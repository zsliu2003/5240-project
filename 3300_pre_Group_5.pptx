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78" r:id="rId2"/>
    <p:sldId id="281" r:id="rId3"/>
    <p:sldId id="282" r:id="rId4"/>
    <p:sldId id="283" r:id="rId5"/>
    <p:sldId id="257" r:id="rId6"/>
    <p:sldId id="277" r:id="rId7"/>
    <p:sldId id="270" r:id="rId8"/>
    <p:sldId id="284" r:id="rId9"/>
    <p:sldId id="276" r:id="rId10"/>
    <p:sldId id="280" r:id="rId11"/>
    <p:sldId id="285" r:id="rId12"/>
    <p:sldId id="286" r:id="rId13"/>
    <p:sldId id="28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955A49C-C301-03F7-B5C1-ECD9E54A1DAE}" name="ZHANG Yalan" initials="YZ" userId="S::yzhangsc@connect.ust.hk::9bb24526-2742-48f0-b4a6-8946a69a2f95" providerId="AD"/>
  <p188:author id="{B3F5D2A7-ABC3-DE06-E694-EA39F4CD0499}" name="XIE Lifang" initials="LX" userId="S::lxiebd@connect.ust.hk::f22349e5-96f7-43fb-a8ae-4b93c0dfab60" providerId="AD"/>
  <p188:author id="{4F45C2CF-5AEA-E614-3B41-E89D03DB55EC}" name="ZHANG Yalan" initials="ZY" userId="ZHANG Yalan"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451"/>
    <a:srgbClr val="FFCDCD"/>
    <a:srgbClr val="AED29F"/>
    <a:srgbClr val="A5C1E5"/>
    <a:srgbClr val="FFD991"/>
    <a:srgbClr val="D0D0D0"/>
    <a:srgbClr val="F7AB8C"/>
    <a:srgbClr val="B0BCDF"/>
    <a:srgbClr val="A38D8C"/>
    <a:srgbClr val="F8CA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60E471-ABA4-4B04-9D08-90DA91168D2B}" v="124" dt="2025-11-25T07:10:17.103"/>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60"/>
    <p:restoredTop sz="81830" autoAdjust="0"/>
  </p:normalViewPr>
  <p:slideViewPr>
    <p:cSldViewPr snapToGrid="0">
      <p:cViewPr varScale="1">
        <p:scale>
          <a:sx n="45" d="100"/>
          <a:sy n="45" d="100"/>
        </p:scale>
        <p:origin x="1083" y="2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nyi LYU" userId="e84dd139a20e1f49" providerId="LiveId" clId="{7CD84C29-68BB-44FF-AEF8-187618D2EBC1}"/>
    <pc:docChg chg="undo custSel addSld delSld modSld">
      <pc:chgData name="Xinyi LYU" userId="e84dd139a20e1f49" providerId="LiveId" clId="{7CD84C29-68BB-44FF-AEF8-187618D2EBC1}" dt="2025-11-25T08:14:29.187" v="2340" actId="20577"/>
      <pc:docMkLst>
        <pc:docMk/>
      </pc:docMkLst>
      <pc:sldChg chg="add del">
        <pc:chgData name="Xinyi LYU" userId="e84dd139a20e1f49" providerId="LiveId" clId="{7CD84C29-68BB-44FF-AEF8-187618D2EBC1}" dt="2025-11-25T02:37:19.958" v="1744"/>
        <pc:sldMkLst>
          <pc:docMk/>
          <pc:sldMk cId="0" sldId="257"/>
        </pc:sldMkLst>
      </pc:sldChg>
      <pc:sldChg chg="del">
        <pc:chgData name="Xinyi LYU" userId="e84dd139a20e1f49" providerId="LiveId" clId="{7CD84C29-68BB-44FF-AEF8-187618D2EBC1}" dt="2025-11-24T12:09:59.023" v="1743" actId="47"/>
        <pc:sldMkLst>
          <pc:docMk/>
          <pc:sldMk cId="0" sldId="265"/>
        </pc:sldMkLst>
      </pc:sldChg>
      <pc:sldChg chg="add del">
        <pc:chgData name="Xinyi LYU" userId="e84dd139a20e1f49" providerId="LiveId" clId="{7CD84C29-68BB-44FF-AEF8-187618D2EBC1}" dt="2025-11-25T04:00:58.040" v="1754"/>
        <pc:sldMkLst>
          <pc:docMk/>
          <pc:sldMk cId="0" sldId="270"/>
        </pc:sldMkLst>
      </pc:sldChg>
      <pc:sldChg chg="del">
        <pc:chgData name="Xinyi LYU" userId="e84dd139a20e1f49" providerId="LiveId" clId="{7CD84C29-68BB-44FF-AEF8-187618D2EBC1}" dt="2025-11-24T12:09:59.023" v="1743" actId="47"/>
        <pc:sldMkLst>
          <pc:docMk/>
          <pc:sldMk cId="2318853493" sldId="271"/>
        </pc:sldMkLst>
      </pc:sldChg>
      <pc:sldChg chg="add del">
        <pc:chgData name="Xinyi LYU" userId="e84dd139a20e1f49" providerId="LiveId" clId="{7CD84C29-68BB-44FF-AEF8-187618D2EBC1}" dt="2025-11-25T04:00:58.040" v="1754"/>
        <pc:sldMkLst>
          <pc:docMk/>
          <pc:sldMk cId="2671783813" sldId="276"/>
        </pc:sldMkLst>
      </pc:sldChg>
      <pc:sldChg chg="add del">
        <pc:chgData name="Xinyi LYU" userId="e84dd139a20e1f49" providerId="LiveId" clId="{7CD84C29-68BB-44FF-AEF8-187618D2EBC1}" dt="2025-11-25T02:37:19.958" v="1744"/>
        <pc:sldMkLst>
          <pc:docMk/>
          <pc:sldMk cId="2171167046" sldId="277"/>
        </pc:sldMkLst>
      </pc:sldChg>
      <pc:sldChg chg="modSp mod modNotesTx">
        <pc:chgData name="Xinyi LYU" userId="e84dd139a20e1f49" providerId="LiveId" clId="{7CD84C29-68BB-44FF-AEF8-187618D2EBC1}" dt="2025-11-25T06:12:33.072" v="2298" actId="20577"/>
        <pc:sldMkLst>
          <pc:docMk/>
          <pc:sldMk cId="2322594033" sldId="278"/>
        </pc:sldMkLst>
        <pc:spChg chg="mod">
          <ac:chgData name="Xinyi LYU" userId="e84dd139a20e1f49" providerId="LiveId" clId="{7CD84C29-68BB-44FF-AEF8-187618D2EBC1}" dt="2025-11-25T02:43:36.110" v="1752" actId="1076"/>
          <ac:spMkLst>
            <pc:docMk/>
            <pc:sldMk cId="2322594033" sldId="278"/>
            <ac:spMk id="3" creationId="{DDCF3894-F3A4-7A66-993E-0F8CED1E9AF5}"/>
          </ac:spMkLst>
        </pc:spChg>
      </pc:sldChg>
      <pc:sldChg chg="del">
        <pc:chgData name="Xinyi LYU" userId="e84dd139a20e1f49" providerId="LiveId" clId="{7CD84C29-68BB-44FF-AEF8-187618D2EBC1}" dt="2025-11-24T12:09:59.023" v="1743" actId="47"/>
        <pc:sldMkLst>
          <pc:docMk/>
          <pc:sldMk cId="0" sldId="279"/>
        </pc:sldMkLst>
      </pc:sldChg>
      <pc:sldChg chg="del">
        <pc:chgData name="Xinyi LYU" userId="e84dd139a20e1f49" providerId="LiveId" clId="{7CD84C29-68BB-44FF-AEF8-187618D2EBC1}" dt="2025-11-24T12:09:59.023" v="1743" actId="47"/>
        <pc:sldMkLst>
          <pc:docMk/>
          <pc:sldMk cId="0" sldId="280"/>
        </pc:sldMkLst>
      </pc:sldChg>
      <pc:sldChg chg="add del">
        <pc:chgData name="Xinyi LYU" userId="e84dd139a20e1f49" providerId="LiveId" clId="{7CD84C29-68BB-44FF-AEF8-187618D2EBC1}" dt="2025-11-25T04:00:58.040" v="1754"/>
        <pc:sldMkLst>
          <pc:docMk/>
          <pc:sldMk cId="2155881783" sldId="280"/>
        </pc:sldMkLst>
      </pc:sldChg>
      <pc:sldChg chg="addSp delSp modSp mod modNotesTx">
        <pc:chgData name="Xinyi LYU" userId="e84dd139a20e1f49" providerId="LiveId" clId="{7CD84C29-68BB-44FF-AEF8-187618D2EBC1}" dt="2025-11-25T06:34:16.561" v="2320" actId="20577"/>
        <pc:sldMkLst>
          <pc:docMk/>
          <pc:sldMk cId="1173504965" sldId="281"/>
        </pc:sldMkLst>
        <pc:spChg chg="add mod">
          <ac:chgData name="Xinyi LYU" userId="e84dd139a20e1f49" providerId="LiveId" clId="{7CD84C29-68BB-44FF-AEF8-187618D2EBC1}" dt="2025-11-24T05:11:30.688" v="17" actId="20577"/>
          <ac:spMkLst>
            <pc:docMk/>
            <pc:sldMk cId="1173504965" sldId="281"/>
            <ac:spMk id="3" creationId="{C735FB94-346E-8BD5-BB7A-CB04AB4C6811}"/>
          </ac:spMkLst>
        </pc:spChg>
        <pc:spChg chg="mod">
          <ac:chgData name="Xinyi LYU" userId="e84dd139a20e1f49" providerId="LiveId" clId="{7CD84C29-68BB-44FF-AEF8-187618D2EBC1}" dt="2025-11-25T05:21:25.371" v="1894" actId="1076"/>
          <ac:spMkLst>
            <pc:docMk/>
            <pc:sldMk cId="1173504965" sldId="281"/>
            <ac:spMk id="4" creationId="{166D49F3-EFAB-8924-03B2-0579BD35E577}"/>
          </ac:spMkLst>
        </pc:spChg>
        <pc:spChg chg="add del">
          <ac:chgData name="Xinyi LYU" userId="e84dd139a20e1f49" providerId="LiveId" clId="{7CD84C29-68BB-44FF-AEF8-187618D2EBC1}" dt="2025-11-25T05:56:45.943" v="1907" actId="478"/>
          <ac:spMkLst>
            <pc:docMk/>
            <pc:sldMk cId="1173504965" sldId="281"/>
            <ac:spMk id="5" creationId="{0983BB04-18A4-3572-ADB9-6C086B0000EE}"/>
          </ac:spMkLst>
        </pc:spChg>
        <pc:spChg chg="add del">
          <ac:chgData name="Xinyi LYU" userId="e84dd139a20e1f49" providerId="LiveId" clId="{7CD84C29-68BB-44FF-AEF8-187618D2EBC1}" dt="2025-11-25T04:06:37.812" v="1757" actId="478"/>
          <ac:spMkLst>
            <pc:docMk/>
            <pc:sldMk cId="1173504965" sldId="281"/>
            <ac:spMk id="6" creationId="{0FFC6005-C932-B430-830A-FB072720E27A}"/>
          </ac:spMkLst>
        </pc:spChg>
        <pc:spChg chg="add mod">
          <ac:chgData name="Xinyi LYU" userId="e84dd139a20e1f49" providerId="LiveId" clId="{7CD84C29-68BB-44FF-AEF8-187618D2EBC1}" dt="2025-11-25T06:13:28.738" v="2312" actId="20577"/>
          <ac:spMkLst>
            <pc:docMk/>
            <pc:sldMk cId="1173504965" sldId="281"/>
            <ac:spMk id="8" creationId="{7DD70560-B2CB-966D-775B-9B7E6AA12968}"/>
          </ac:spMkLst>
        </pc:spChg>
        <pc:spChg chg="del mod ord">
          <ac:chgData name="Xinyi LYU" userId="e84dd139a20e1f49" providerId="LiveId" clId="{7CD84C29-68BB-44FF-AEF8-187618D2EBC1}" dt="2025-11-25T04:09:29.411" v="1796" actId="478"/>
          <ac:spMkLst>
            <pc:docMk/>
            <pc:sldMk cId="1173504965" sldId="281"/>
            <ac:spMk id="8" creationId="{EE04F197-E04C-405D-FA8E-0BA49E584DF9}"/>
          </ac:spMkLst>
        </pc:spChg>
        <pc:spChg chg="add del">
          <ac:chgData name="Xinyi LYU" userId="e84dd139a20e1f49" providerId="LiveId" clId="{7CD84C29-68BB-44FF-AEF8-187618D2EBC1}" dt="2025-11-25T05:08:47.619" v="1858" actId="478"/>
          <ac:spMkLst>
            <pc:docMk/>
            <pc:sldMk cId="1173504965" sldId="281"/>
            <ac:spMk id="13" creationId="{144AEABC-3B8E-9214-D47E-BAA00A08168D}"/>
          </ac:spMkLst>
        </pc:spChg>
        <pc:picChg chg="add del mod ord">
          <ac:chgData name="Xinyi LYU" userId="e84dd139a20e1f49" providerId="LiveId" clId="{7CD84C29-68BB-44FF-AEF8-187618D2EBC1}" dt="2025-11-25T04:09:28.642" v="1795" actId="478"/>
          <ac:picMkLst>
            <pc:docMk/>
            <pc:sldMk cId="1173504965" sldId="281"/>
            <ac:picMk id="5" creationId="{54DA4122-6539-C9EB-D03C-6F818B3A4BC8}"/>
          </ac:picMkLst>
        </pc:picChg>
        <pc:picChg chg="add del mod">
          <ac:chgData name="Xinyi LYU" userId="e84dd139a20e1f49" providerId="LiveId" clId="{7CD84C29-68BB-44FF-AEF8-187618D2EBC1}" dt="2025-11-25T06:03:53.252" v="1913" actId="478"/>
          <ac:picMkLst>
            <pc:docMk/>
            <pc:sldMk cId="1173504965" sldId="281"/>
            <ac:picMk id="7" creationId="{2EA824EA-BD70-2AB4-023F-0AA167F4623F}"/>
          </ac:picMkLst>
        </pc:picChg>
        <pc:picChg chg="del">
          <ac:chgData name="Xinyi LYU" userId="e84dd139a20e1f49" providerId="LiveId" clId="{7CD84C29-68BB-44FF-AEF8-187618D2EBC1}" dt="2025-11-24T05:11:01.087" v="1" actId="478"/>
          <ac:picMkLst>
            <pc:docMk/>
            <pc:sldMk cId="1173504965" sldId="281"/>
            <ac:picMk id="7" creationId="{3C7F8A6A-EA11-858C-97EE-179C56D842E3}"/>
          </ac:picMkLst>
        </pc:picChg>
        <pc:picChg chg="add mod ord">
          <ac:chgData name="Xinyi LYU" userId="e84dd139a20e1f49" providerId="LiveId" clId="{7CD84C29-68BB-44FF-AEF8-187618D2EBC1}" dt="2025-11-25T06:04:07.663" v="1939" actId="1038"/>
          <ac:picMkLst>
            <pc:docMk/>
            <pc:sldMk cId="1173504965" sldId="281"/>
            <ac:picMk id="9" creationId="{8F72A4AD-71A8-DBC8-F88C-F40FCA491AB8}"/>
          </ac:picMkLst>
        </pc:picChg>
        <pc:picChg chg="del mod modCrop">
          <ac:chgData name="Xinyi LYU" userId="e84dd139a20e1f49" providerId="LiveId" clId="{7CD84C29-68BB-44FF-AEF8-187618D2EBC1}" dt="2025-11-24T08:17:43.463" v="1652" actId="478"/>
          <ac:picMkLst>
            <pc:docMk/>
            <pc:sldMk cId="1173504965" sldId="281"/>
            <ac:picMk id="10" creationId="{41F3E9DE-10DD-FC99-6265-3EC1D070822D}"/>
          </ac:picMkLst>
        </pc:picChg>
        <pc:picChg chg="add mod">
          <ac:chgData name="Xinyi LYU" userId="e84dd139a20e1f49" providerId="LiveId" clId="{7CD84C29-68BB-44FF-AEF8-187618D2EBC1}" dt="2025-11-25T06:04:07.663" v="1939" actId="1038"/>
          <ac:picMkLst>
            <pc:docMk/>
            <pc:sldMk cId="1173504965" sldId="281"/>
            <ac:picMk id="10" creationId="{642FDF79-8820-20DD-FBF2-5A49C83DD610}"/>
          </ac:picMkLst>
        </pc:picChg>
        <pc:picChg chg="add del mod">
          <ac:chgData name="Xinyi LYU" userId="e84dd139a20e1f49" providerId="LiveId" clId="{7CD84C29-68BB-44FF-AEF8-187618D2EBC1}" dt="2025-11-25T05:07:08.509" v="1846" actId="478"/>
          <ac:picMkLst>
            <pc:docMk/>
            <pc:sldMk cId="1173504965" sldId="281"/>
            <ac:picMk id="12" creationId="{27B86625-5A7C-B3B7-9432-F279B39B29CA}"/>
          </ac:picMkLst>
        </pc:picChg>
        <pc:picChg chg="add mod">
          <ac:chgData name="Xinyi LYU" userId="e84dd139a20e1f49" providerId="LiveId" clId="{7CD84C29-68BB-44FF-AEF8-187618D2EBC1}" dt="2025-11-25T06:09:36.972" v="2178" actId="1076"/>
          <ac:picMkLst>
            <pc:docMk/>
            <pc:sldMk cId="1173504965" sldId="281"/>
            <ac:picMk id="12" creationId="{A9BBF2BF-1531-72E2-45C9-80B389B41F6D}"/>
          </ac:picMkLst>
        </pc:picChg>
        <pc:picChg chg="add del mod">
          <ac:chgData name="Xinyi LYU" userId="e84dd139a20e1f49" providerId="LiveId" clId="{7CD84C29-68BB-44FF-AEF8-187618D2EBC1}" dt="2025-11-25T05:21:14.107" v="1892" actId="478"/>
          <ac:picMkLst>
            <pc:docMk/>
            <pc:sldMk cId="1173504965" sldId="281"/>
            <ac:picMk id="15" creationId="{4435B0F7-7004-1C02-9420-17571D072CF9}"/>
          </ac:picMkLst>
        </pc:picChg>
        <pc:picChg chg="del mod">
          <ac:chgData name="Xinyi LYU" userId="e84dd139a20e1f49" providerId="LiveId" clId="{7CD84C29-68BB-44FF-AEF8-187618D2EBC1}" dt="2025-11-24T08:17:53.691" v="1658" actId="478"/>
          <ac:picMkLst>
            <pc:docMk/>
            <pc:sldMk cId="1173504965" sldId="281"/>
            <ac:picMk id="1026" creationId="{D7294830-DCC6-9EA7-5A0A-8D62A0E0B335}"/>
          </ac:picMkLst>
        </pc:picChg>
        <pc:picChg chg="add del mod">
          <ac:chgData name="Xinyi LYU" userId="e84dd139a20e1f49" providerId="LiveId" clId="{7CD84C29-68BB-44FF-AEF8-187618D2EBC1}" dt="2025-11-25T05:21:13.163" v="1891" actId="478"/>
          <ac:picMkLst>
            <pc:docMk/>
            <pc:sldMk cId="1173504965" sldId="281"/>
            <ac:picMk id="1030" creationId="{F6653ED1-C70D-2445-9D9A-54500E882B55}"/>
          </ac:picMkLst>
        </pc:picChg>
      </pc:sldChg>
      <pc:sldChg chg="addSp delSp modSp mod">
        <pc:chgData name="Xinyi LYU" userId="e84dd139a20e1f49" providerId="LiveId" clId="{7CD84C29-68BB-44FF-AEF8-187618D2EBC1}" dt="2025-11-25T04:09:21.914" v="1794" actId="14100"/>
        <pc:sldMkLst>
          <pc:docMk/>
          <pc:sldMk cId="3914152700" sldId="282"/>
        </pc:sldMkLst>
        <pc:spChg chg="add del mod">
          <ac:chgData name="Xinyi LYU" userId="e84dd139a20e1f49" providerId="LiveId" clId="{7CD84C29-68BB-44FF-AEF8-187618D2EBC1}" dt="2025-11-24T07:25:20.889" v="998" actId="478"/>
          <ac:spMkLst>
            <pc:docMk/>
            <pc:sldMk cId="3914152700" sldId="282"/>
            <ac:spMk id="4" creationId="{7F61CB45-96D2-FD0B-C90C-BA1A670E0DFD}"/>
          </ac:spMkLst>
        </pc:spChg>
        <pc:spChg chg="add mod">
          <ac:chgData name="Xinyi LYU" userId="e84dd139a20e1f49" providerId="LiveId" clId="{7CD84C29-68BB-44FF-AEF8-187618D2EBC1}" dt="2025-11-24T06:51:08.157" v="534" actId="20577"/>
          <ac:spMkLst>
            <pc:docMk/>
            <pc:sldMk cId="3914152700" sldId="282"/>
            <ac:spMk id="5" creationId="{579E15B2-A7E1-D157-4757-BD31B7CA13A4}"/>
          </ac:spMkLst>
        </pc:spChg>
        <pc:spChg chg="add del">
          <ac:chgData name="Xinyi LYU" userId="e84dd139a20e1f49" providerId="LiveId" clId="{7CD84C29-68BB-44FF-AEF8-187618D2EBC1}" dt="2025-11-24T05:16:52.631" v="47" actId="478"/>
          <ac:spMkLst>
            <pc:docMk/>
            <pc:sldMk cId="3914152700" sldId="282"/>
            <ac:spMk id="6" creationId="{8EAC41BA-430A-C5A2-8529-403B59544327}"/>
          </ac:spMkLst>
        </pc:spChg>
        <pc:spChg chg="add del mod">
          <ac:chgData name="Xinyi LYU" userId="e84dd139a20e1f49" providerId="LiveId" clId="{7CD84C29-68BB-44FF-AEF8-187618D2EBC1}" dt="2025-11-24T05:38:27.572" v="65" actId="478"/>
          <ac:spMkLst>
            <pc:docMk/>
            <pc:sldMk cId="3914152700" sldId="282"/>
            <ac:spMk id="9" creationId="{86DF8D32-2E48-B988-72FC-6056E86193EC}"/>
          </ac:spMkLst>
        </pc:spChg>
        <pc:spChg chg="add mod">
          <ac:chgData name="Xinyi LYU" userId="e84dd139a20e1f49" providerId="LiveId" clId="{7CD84C29-68BB-44FF-AEF8-187618D2EBC1}" dt="2025-11-24T06:52:30.358" v="536" actId="1076"/>
          <ac:spMkLst>
            <pc:docMk/>
            <pc:sldMk cId="3914152700" sldId="282"/>
            <ac:spMk id="10" creationId="{54472524-DCD6-EBC5-312E-44FA8A194722}"/>
          </ac:spMkLst>
        </pc:spChg>
        <pc:spChg chg="add mod">
          <ac:chgData name="Xinyi LYU" userId="e84dd139a20e1f49" providerId="LiveId" clId="{7CD84C29-68BB-44FF-AEF8-187618D2EBC1}" dt="2025-11-24T06:52:30.358" v="536" actId="1076"/>
          <ac:spMkLst>
            <pc:docMk/>
            <pc:sldMk cId="3914152700" sldId="282"/>
            <ac:spMk id="11" creationId="{A0522AAC-1B72-8E12-7ABF-5B7203105A3D}"/>
          </ac:spMkLst>
        </pc:spChg>
        <pc:spChg chg="add mod">
          <ac:chgData name="Xinyi LYU" userId="e84dd139a20e1f49" providerId="LiveId" clId="{7CD84C29-68BB-44FF-AEF8-187618D2EBC1}" dt="2025-11-24T06:52:30.358" v="536" actId="1076"/>
          <ac:spMkLst>
            <pc:docMk/>
            <pc:sldMk cId="3914152700" sldId="282"/>
            <ac:spMk id="12" creationId="{26D7F186-9222-F86E-DAD5-90388E649A0B}"/>
          </ac:spMkLst>
        </pc:spChg>
        <pc:spChg chg="add mod">
          <ac:chgData name="Xinyi LYU" userId="e84dd139a20e1f49" providerId="LiveId" clId="{7CD84C29-68BB-44FF-AEF8-187618D2EBC1}" dt="2025-11-24T06:52:30.358" v="536" actId="1076"/>
          <ac:spMkLst>
            <pc:docMk/>
            <pc:sldMk cId="3914152700" sldId="282"/>
            <ac:spMk id="13" creationId="{54472524-DCD6-EBC5-312E-44FA8A194722}"/>
          </ac:spMkLst>
        </pc:spChg>
        <pc:spChg chg="add mod">
          <ac:chgData name="Xinyi LYU" userId="e84dd139a20e1f49" providerId="LiveId" clId="{7CD84C29-68BB-44FF-AEF8-187618D2EBC1}" dt="2025-11-24T06:52:30.358" v="536" actId="1076"/>
          <ac:spMkLst>
            <pc:docMk/>
            <pc:sldMk cId="3914152700" sldId="282"/>
            <ac:spMk id="14" creationId="{54472524-DCD6-EBC5-312E-44FA8A194722}"/>
          </ac:spMkLst>
        </pc:spChg>
        <pc:spChg chg="add mod">
          <ac:chgData name="Xinyi LYU" userId="e84dd139a20e1f49" providerId="LiveId" clId="{7CD84C29-68BB-44FF-AEF8-187618D2EBC1}" dt="2025-11-24T06:52:30.358" v="536" actId="1076"/>
          <ac:spMkLst>
            <pc:docMk/>
            <pc:sldMk cId="3914152700" sldId="282"/>
            <ac:spMk id="16" creationId="{CC30007A-95FF-9026-317D-6000CB09DFD7}"/>
          </ac:spMkLst>
        </pc:spChg>
        <pc:spChg chg="add del mod">
          <ac:chgData name="Xinyi LYU" userId="e84dd139a20e1f49" providerId="LiveId" clId="{7CD84C29-68BB-44FF-AEF8-187618D2EBC1}" dt="2025-11-24T06:52:35.599" v="538" actId="21"/>
          <ac:spMkLst>
            <pc:docMk/>
            <pc:sldMk cId="3914152700" sldId="282"/>
            <ac:spMk id="17" creationId="{E9E861C3-00B2-FECA-8F55-1F0ACF4B8E42}"/>
          </ac:spMkLst>
        </pc:spChg>
        <pc:spChg chg="add mod">
          <ac:chgData name="Xinyi LYU" userId="e84dd139a20e1f49" providerId="LiveId" clId="{7CD84C29-68BB-44FF-AEF8-187618D2EBC1}" dt="2025-11-24T06:52:30.358" v="536" actId="1076"/>
          <ac:spMkLst>
            <pc:docMk/>
            <pc:sldMk cId="3914152700" sldId="282"/>
            <ac:spMk id="18" creationId="{2D453DE8-6AE6-BE89-15B8-0BD09548613D}"/>
          </ac:spMkLst>
        </pc:spChg>
        <pc:spChg chg="add mod">
          <ac:chgData name="Xinyi LYU" userId="e84dd139a20e1f49" providerId="LiveId" clId="{7CD84C29-68BB-44FF-AEF8-187618D2EBC1}" dt="2025-11-24T06:46:40.159" v="475" actId="1076"/>
          <ac:spMkLst>
            <pc:docMk/>
            <pc:sldMk cId="3914152700" sldId="282"/>
            <ac:spMk id="19" creationId="{07BC126F-94C9-FC3D-A0B6-1A32962F3F98}"/>
          </ac:spMkLst>
        </pc:spChg>
        <pc:spChg chg="add mod">
          <ac:chgData name="Xinyi LYU" userId="e84dd139a20e1f49" providerId="LiveId" clId="{7CD84C29-68BB-44FF-AEF8-187618D2EBC1}" dt="2025-11-24T06:52:30.358" v="536" actId="1076"/>
          <ac:spMkLst>
            <pc:docMk/>
            <pc:sldMk cId="3914152700" sldId="282"/>
            <ac:spMk id="20" creationId="{B1C4560B-E30B-502E-8446-D1D81A0385A7}"/>
          </ac:spMkLst>
        </pc:spChg>
        <pc:spChg chg="add mod">
          <ac:chgData name="Xinyi LYU" userId="e84dd139a20e1f49" providerId="LiveId" clId="{7CD84C29-68BB-44FF-AEF8-187618D2EBC1}" dt="2025-11-24T07:04:35.790" v="831" actId="1076"/>
          <ac:spMkLst>
            <pc:docMk/>
            <pc:sldMk cId="3914152700" sldId="282"/>
            <ac:spMk id="21" creationId="{E93DC3F4-AE90-3A67-B65B-282E5B76EA30}"/>
          </ac:spMkLst>
        </pc:spChg>
        <pc:spChg chg="add mod ord">
          <ac:chgData name="Xinyi LYU" userId="e84dd139a20e1f49" providerId="LiveId" clId="{7CD84C29-68BB-44FF-AEF8-187618D2EBC1}" dt="2025-11-24T06:48:59.112" v="506" actId="166"/>
          <ac:spMkLst>
            <pc:docMk/>
            <pc:sldMk cId="3914152700" sldId="282"/>
            <ac:spMk id="26" creationId="{CAFFB993-1D57-2E73-26DE-FCAF2B802F69}"/>
          </ac:spMkLst>
        </pc:spChg>
        <pc:spChg chg="add mod">
          <ac:chgData name="Xinyi LYU" userId="e84dd139a20e1f49" providerId="LiveId" clId="{7CD84C29-68BB-44FF-AEF8-187618D2EBC1}" dt="2025-11-24T06:52:30.358" v="536" actId="1076"/>
          <ac:spMkLst>
            <pc:docMk/>
            <pc:sldMk cId="3914152700" sldId="282"/>
            <ac:spMk id="27" creationId="{8733DEA4-FEB8-C8BD-8975-ADA715A6D967}"/>
          </ac:spMkLst>
        </pc:spChg>
        <pc:spChg chg="add mod">
          <ac:chgData name="Xinyi LYU" userId="e84dd139a20e1f49" providerId="LiveId" clId="{7CD84C29-68BB-44FF-AEF8-187618D2EBC1}" dt="2025-11-24T06:52:30.358" v="536" actId="1076"/>
          <ac:spMkLst>
            <pc:docMk/>
            <pc:sldMk cId="3914152700" sldId="282"/>
            <ac:spMk id="28" creationId="{236C5E53-143E-1194-8419-A2FAE18742AA}"/>
          </ac:spMkLst>
        </pc:spChg>
        <pc:spChg chg="add mod">
          <ac:chgData name="Xinyi LYU" userId="e84dd139a20e1f49" providerId="LiveId" clId="{7CD84C29-68BB-44FF-AEF8-187618D2EBC1}" dt="2025-11-24T07:07:03.896" v="845" actId="1076"/>
          <ac:spMkLst>
            <pc:docMk/>
            <pc:sldMk cId="3914152700" sldId="282"/>
            <ac:spMk id="31" creationId="{245A635E-3B24-65F6-2D6E-D7C246CE8C5A}"/>
          </ac:spMkLst>
        </pc:spChg>
        <pc:spChg chg="add mod">
          <ac:chgData name="Xinyi LYU" userId="e84dd139a20e1f49" providerId="LiveId" clId="{7CD84C29-68BB-44FF-AEF8-187618D2EBC1}" dt="2025-11-24T07:30:28.941" v="1038" actId="20577"/>
          <ac:spMkLst>
            <pc:docMk/>
            <pc:sldMk cId="3914152700" sldId="282"/>
            <ac:spMk id="33" creationId="{DA2C8187-E78C-6D46-F8D0-0C2890A6712A}"/>
          </ac:spMkLst>
        </pc:spChg>
        <pc:spChg chg="add mod">
          <ac:chgData name="Xinyi LYU" userId="e84dd139a20e1f49" providerId="LiveId" clId="{7CD84C29-68BB-44FF-AEF8-187618D2EBC1}" dt="2025-11-24T07:30:46.645" v="1097" actId="1037"/>
          <ac:spMkLst>
            <pc:docMk/>
            <pc:sldMk cId="3914152700" sldId="282"/>
            <ac:spMk id="34" creationId="{DADEF163-2BC5-ABFE-D67C-C2F96ED46671}"/>
          </ac:spMkLst>
        </pc:spChg>
        <pc:spChg chg="add del mod">
          <ac:chgData name="Xinyi LYU" userId="e84dd139a20e1f49" providerId="LiveId" clId="{7CD84C29-68BB-44FF-AEF8-187618D2EBC1}" dt="2025-11-24T07:02:23.486" v="821" actId="478"/>
          <ac:spMkLst>
            <pc:docMk/>
            <pc:sldMk cId="3914152700" sldId="282"/>
            <ac:spMk id="35" creationId="{80EBF4C5-3E93-BC87-0540-EB131FB03A93}"/>
          </ac:spMkLst>
        </pc:spChg>
        <pc:spChg chg="add mod">
          <ac:chgData name="Xinyi LYU" userId="e84dd139a20e1f49" providerId="LiveId" clId="{7CD84C29-68BB-44FF-AEF8-187618D2EBC1}" dt="2025-11-24T07:30:58.720" v="1113" actId="1037"/>
          <ac:spMkLst>
            <pc:docMk/>
            <pc:sldMk cId="3914152700" sldId="282"/>
            <ac:spMk id="36" creationId="{FAD5631A-7295-393D-D7D9-BEF4B85E3344}"/>
          </ac:spMkLst>
        </pc:spChg>
        <pc:spChg chg="add mod">
          <ac:chgData name="Xinyi LYU" userId="e84dd139a20e1f49" providerId="LiveId" clId="{7CD84C29-68BB-44FF-AEF8-187618D2EBC1}" dt="2025-11-24T07:30:40.075" v="1091" actId="1038"/>
          <ac:spMkLst>
            <pc:docMk/>
            <pc:sldMk cId="3914152700" sldId="282"/>
            <ac:spMk id="39" creationId="{B4C6BC63-139A-A73D-A955-062A981F8647}"/>
          </ac:spMkLst>
        </pc:spChg>
        <pc:spChg chg="add mod">
          <ac:chgData name="Xinyi LYU" userId="e84dd139a20e1f49" providerId="LiveId" clId="{7CD84C29-68BB-44FF-AEF8-187618D2EBC1}" dt="2025-11-24T07:30:52.746" v="1107" actId="1037"/>
          <ac:spMkLst>
            <pc:docMk/>
            <pc:sldMk cId="3914152700" sldId="282"/>
            <ac:spMk id="40" creationId="{42A1B768-5B12-13F1-1FCA-D68A4E57442C}"/>
          </ac:spMkLst>
        </pc:spChg>
        <pc:spChg chg="add del mod">
          <ac:chgData name="Xinyi LYU" userId="e84dd139a20e1f49" providerId="LiveId" clId="{7CD84C29-68BB-44FF-AEF8-187618D2EBC1}" dt="2025-11-24T07:19:53.606" v="936" actId="478"/>
          <ac:spMkLst>
            <pc:docMk/>
            <pc:sldMk cId="3914152700" sldId="282"/>
            <ac:spMk id="42" creationId="{5242F20C-EF69-57DE-2882-A9372BD89685}"/>
          </ac:spMkLst>
        </pc:spChg>
        <pc:spChg chg="add mod">
          <ac:chgData name="Xinyi LYU" userId="e84dd139a20e1f49" providerId="LiveId" clId="{7CD84C29-68BB-44FF-AEF8-187618D2EBC1}" dt="2025-11-24T07:23:24.628" v="977" actId="164"/>
          <ac:spMkLst>
            <pc:docMk/>
            <pc:sldMk cId="3914152700" sldId="282"/>
            <ac:spMk id="43" creationId="{63FCED51-3832-2110-8CAF-DEA7A75CE2A4}"/>
          </ac:spMkLst>
        </pc:spChg>
        <pc:spChg chg="add del mod">
          <ac:chgData name="Xinyi LYU" userId="e84dd139a20e1f49" providerId="LiveId" clId="{7CD84C29-68BB-44FF-AEF8-187618D2EBC1}" dt="2025-11-24T07:19:50.330" v="932" actId="478"/>
          <ac:spMkLst>
            <pc:docMk/>
            <pc:sldMk cId="3914152700" sldId="282"/>
            <ac:spMk id="44" creationId="{DD2443DC-2407-2E33-3F1B-17064AC4FFD5}"/>
          </ac:spMkLst>
        </pc:spChg>
        <pc:spChg chg="add del mod">
          <ac:chgData name="Xinyi LYU" userId="e84dd139a20e1f49" providerId="LiveId" clId="{7CD84C29-68BB-44FF-AEF8-187618D2EBC1}" dt="2025-11-24T07:19:51.053" v="933" actId="478"/>
          <ac:spMkLst>
            <pc:docMk/>
            <pc:sldMk cId="3914152700" sldId="282"/>
            <ac:spMk id="45" creationId="{BBE088F2-CE1E-B2DC-FE2B-0DD4A306E742}"/>
          </ac:spMkLst>
        </pc:spChg>
        <pc:spChg chg="add del mod">
          <ac:chgData name="Xinyi LYU" userId="e84dd139a20e1f49" providerId="LiveId" clId="{7CD84C29-68BB-44FF-AEF8-187618D2EBC1}" dt="2025-11-24T07:19:51.653" v="934" actId="478"/>
          <ac:spMkLst>
            <pc:docMk/>
            <pc:sldMk cId="3914152700" sldId="282"/>
            <ac:spMk id="46" creationId="{274763E1-E217-ECD2-BD6E-3AF9F9EB0D65}"/>
          </ac:spMkLst>
        </pc:spChg>
        <pc:spChg chg="add del mod">
          <ac:chgData name="Xinyi LYU" userId="e84dd139a20e1f49" providerId="LiveId" clId="{7CD84C29-68BB-44FF-AEF8-187618D2EBC1}" dt="2025-11-24T07:19:52.313" v="935" actId="478"/>
          <ac:spMkLst>
            <pc:docMk/>
            <pc:sldMk cId="3914152700" sldId="282"/>
            <ac:spMk id="47" creationId="{D4FC1445-364E-E4C2-39DA-CD0BBB694CEB}"/>
          </ac:spMkLst>
        </pc:spChg>
        <pc:spChg chg="add mod">
          <ac:chgData name="Xinyi LYU" userId="e84dd139a20e1f49" providerId="LiveId" clId="{7CD84C29-68BB-44FF-AEF8-187618D2EBC1}" dt="2025-11-24T07:23:24.628" v="977" actId="164"/>
          <ac:spMkLst>
            <pc:docMk/>
            <pc:sldMk cId="3914152700" sldId="282"/>
            <ac:spMk id="48" creationId="{4D72A3C4-1644-3CDC-CE8F-1F18574362E6}"/>
          </ac:spMkLst>
        </pc:spChg>
        <pc:spChg chg="add mod">
          <ac:chgData name="Xinyi LYU" userId="e84dd139a20e1f49" providerId="LiveId" clId="{7CD84C29-68BB-44FF-AEF8-187618D2EBC1}" dt="2025-11-24T07:23:24.628" v="977" actId="164"/>
          <ac:spMkLst>
            <pc:docMk/>
            <pc:sldMk cId="3914152700" sldId="282"/>
            <ac:spMk id="49" creationId="{62F04B66-42EC-5704-F5B0-C346BFDCD957}"/>
          </ac:spMkLst>
        </pc:spChg>
        <pc:spChg chg="add mod">
          <ac:chgData name="Xinyi LYU" userId="e84dd139a20e1f49" providerId="LiveId" clId="{7CD84C29-68BB-44FF-AEF8-187618D2EBC1}" dt="2025-11-24T07:23:24.628" v="977" actId="164"/>
          <ac:spMkLst>
            <pc:docMk/>
            <pc:sldMk cId="3914152700" sldId="282"/>
            <ac:spMk id="50" creationId="{C278A7D3-77FF-0CAC-557A-641B097CD107}"/>
          </ac:spMkLst>
        </pc:spChg>
        <pc:spChg chg="add mod">
          <ac:chgData name="Xinyi LYU" userId="e84dd139a20e1f49" providerId="LiveId" clId="{7CD84C29-68BB-44FF-AEF8-187618D2EBC1}" dt="2025-11-24T07:23:24.628" v="977" actId="164"/>
          <ac:spMkLst>
            <pc:docMk/>
            <pc:sldMk cId="3914152700" sldId="282"/>
            <ac:spMk id="51" creationId="{D80550A2-1BA6-69CA-2F59-C6D17A9D3D66}"/>
          </ac:spMkLst>
        </pc:spChg>
        <pc:spChg chg="add mod">
          <ac:chgData name="Xinyi LYU" userId="e84dd139a20e1f49" providerId="LiveId" clId="{7CD84C29-68BB-44FF-AEF8-187618D2EBC1}" dt="2025-11-24T07:23:24.628" v="977" actId="164"/>
          <ac:spMkLst>
            <pc:docMk/>
            <pc:sldMk cId="3914152700" sldId="282"/>
            <ac:spMk id="52" creationId="{D3B0DDFD-E128-928D-DD26-04E8C9D05FE3}"/>
          </ac:spMkLst>
        </pc:spChg>
        <pc:spChg chg="mod">
          <ac:chgData name="Xinyi LYU" userId="e84dd139a20e1f49" providerId="LiveId" clId="{7CD84C29-68BB-44FF-AEF8-187618D2EBC1}" dt="2025-11-24T07:23:37.490" v="981"/>
          <ac:spMkLst>
            <pc:docMk/>
            <pc:sldMk cId="3914152700" sldId="282"/>
            <ac:spMk id="55" creationId="{AD18FAB6-F6AE-85A0-13AD-58807D60EF70}"/>
          </ac:spMkLst>
        </pc:spChg>
        <pc:spChg chg="mod">
          <ac:chgData name="Xinyi LYU" userId="e84dd139a20e1f49" providerId="LiveId" clId="{7CD84C29-68BB-44FF-AEF8-187618D2EBC1}" dt="2025-11-24T07:23:37.490" v="981"/>
          <ac:spMkLst>
            <pc:docMk/>
            <pc:sldMk cId="3914152700" sldId="282"/>
            <ac:spMk id="56" creationId="{0010C3FD-B4A9-E628-90E9-1050C921BDD5}"/>
          </ac:spMkLst>
        </pc:spChg>
        <pc:spChg chg="mod">
          <ac:chgData name="Xinyi LYU" userId="e84dd139a20e1f49" providerId="LiveId" clId="{7CD84C29-68BB-44FF-AEF8-187618D2EBC1}" dt="2025-11-24T07:23:37.490" v="981"/>
          <ac:spMkLst>
            <pc:docMk/>
            <pc:sldMk cId="3914152700" sldId="282"/>
            <ac:spMk id="57" creationId="{3BEC6344-6324-5D92-8F3C-33105A3AA453}"/>
          </ac:spMkLst>
        </pc:spChg>
        <pc:spChg chg="mod">
          <ac:chgData name="Xinyi LYU" userId="e84dd139a20e1f49" providerId="LiveId" clId="{7CD84C29-68BB-44FF-AEF8-187618D2EBC1}" dt="2025-11-24T07:23:37.490" v="981"/>
          <ac:spMkLst>
            <pc:docMk/>
            <pc:sldMk cId="3914152700" sldId="282"/>
            <ac:spMk id="58" creationId="{313E198B-0499-8A16-22A8-5037AB899F45}"/>
          </ac:spMkLst>
        </pc:spChg>
        <pc:spChg chg="mod">
          <ac:chgData name="Xinyi LYU" userId="e84dd139a20e1f49" providerId="LiveId" clId="{7CD84C29-68BB-44FF-AEF8-187618D2EBC1}" dt="2025-11-24T07:23:37.490" v="981"/>
          <ac:spMkLst>
            <pc:docMk/>
            <pc:sldMk cId="3914152700" sldId="282"/>
            <ac:spMk id="59" creationId="{31EA7169-7E8C-AF25-1981-214251FD5834}"/>
          </ac:spMkLst>
        </pc:spChg>
        <pc:spChg chg="mod">
          <ac:chgData name="Xinyi LYU" userId="e84dd139a20e1f49" providerId="LiveId" clId="{7CD84C29-68BB-44FF-AEF8-187618D2EBC1}" dt="2025-11-24T07:23:37.490" v="981"/>
          <ac:spMkLst>
            <pc:docMk/>
            <pc:sldMk cId="3914152700" sldId="282"/>
            <ac:spMk id="60" creationId="{8F3D4B52-3890-1F78-0AF3-0234C9E61CD1}"/>
          </ac:spMkLst>
        </pc:spChg>
        <pc:spChg chg="mod">
          <ac:chgData name="Xinyi LYU" userId="e84dd139a20e1f49" providerId="LiveId" clId="{7CD84C29-68BB-44FF-AEF8-187618D2EBC1}" dt="2025-11-24T07:23:41.653" v="984"/>
          <ac:spMkLst>
            <pc:docMk/>
            <pc:sldMk cId="3914152700" sldId="282"/>
            <ac:spMk id="62" creationId="{B05ADCF2-75E5-13D5-40FA-FD37A735F140}"/>
          </ac:spMkLst>
        </pc:spChg>
        <pc:spChg chg="mod">
          <ac:chgData name="Xinyi LYU" userId="e84dd139a20e1f49" providerId="LiveId" clId="{7CD84C29-68BB-44FF-AEF8-187618D2EBC1}" dt="2025-11-24T07:23:41.653" v="984"/>
          <ac:spMkLst>
            <pc:docMk/>
            <pc:sldMk cId="3914152700" sldId="282"/>
            <ac:spMk id="63" creationId="{EB2152B5-8E32-6C4F-00B4-F5948A47A2F4}"/>
          </ac:spMkLst>
        </pc:spChg>
        <pc:spChg chg="mod">
          <ac:chgData name="Xinyi LYU" userId="e84dd139a20e1f49" providerId="LiveId" clId="{7CD84C29-68BB-44FF-AEF8-187618D2EBC1}" dt="2025-11-24T07:23:41.653" v="984"/>
          <ac:spMkLst>
            <pc:docMk/>
            <pc:sldMk cId="3914152700" sldId="282"/>
            <ac:spMk id="1024" creationId="{C3B2D6A9-B753-19D3-E8E0-25D02410C1B3}"/>
          </ac:spMkLst>
        </pc:spChg>
        <pc:spChg chg="mod">
          <ac:chgData name="Xinyi LYU" userId="e84dd139a20e1f49" providerId="LiveId" clId="{7CD84C29-68BB-44FF-AEF8-187618D2EBC1}" dt="2025-11-24T07:23:41.653" v="984"/>
          <ac:spMkLst>
            <pc:docMk/>
            <pc:sldMk cId="3914152700" sldId="282"/>
            <ac:spMk id="1025" creationId="{D50279EE-06CC-1D6E-37B4-D428FF933D38}"/>
          </ac:spMkLst>
        </pc:spChg>
        <pc:spChg chg="mod">
          <ac:chgData name="Xinyi LYU" userId="e84dd139a20e1f49" providerId="LiveId" clId="{7CD84C29-68BB-44FF-AEF8-187618D2EBC1}" dt="2025-11-24T07:23:41.653" v="984"/>
          <ac:spMkLst>
            <pc:docMk/>
            <pc:sldMk cId="3914152700" sldId="282"/>
            <ac:spMk id="1026" creationId="{31D7135B-7CCE-AD59-1C76-F2CD5207B51F}"/>
          </ac:spMkLst>
        </pc:spChg>
        <pc:spChg chg="mod">
          <ac:chgData name="Xinyi LYU" userId="e84dd139a20e1f49" providerId="LiveId" clId="{7CD84C29-68BB-44FF-AEF8-187618D2EBC1}" dt="2025-11-24T07:23:41.653" v="984"/>
          <ac:spMkLst>
            <pc:docMk/>
            <pc:sldMk cId="3914152700" sldId="282"/>
            <ac:spMk id="1027" creationId="{9CDF24CF-98F9-3A71-95AD-41AED7DC0E3A}"/>
          </ac:spMkLst>
        </pc:spChg>
        <pc:spChg chg="add del mod">
          <ac:chgData name="Xinyi LYU" userId="e84dd139a20e1f49" providerId="LiveId" clId="{7CD84C29-68BB-44FF-AEF8-187618D2EBC1}" dt="2025-11-24T07:26:05.986" v="1004" actId="478"/>
          <ac:spMkLst>
            <pc:docMk/>
            <pc:sldMk cId="3914152700" sldId="282"/>
            <ac:spMk id="1030" creationId="{6017817A-62A4-7C72-479C-1D69D0A74B7A}"/>
          </ac:spMkLst>
        </pc:spChg>
        <pc:grpChg chg="add del mod">
          <ac:chgData name="Xinyi LYU" userId="e84dd139a20e1f49" providerId="LiveId" clId="{7CD84C29-68BB-44FF-AEF8-187618D2EBC1}" dt="2025-11-24T07:24:50.951" v="992" actId="478"/>
          <ac:grpSpMkLst>
            <pc:docMk/>
            <pc:sldMk cId="3914152700" sldId="282"/>
            <ac:grpSpMk id="53" creationId="{95D0E121-8368-1AE1-C56C-F255A15F1F69}"/>
          </ac:grpSpMkLst>
        </pc:grpChg>
        <pc:grpChg chg="add mod">
          <ac:chgData name="Xinyi LYU" userId="e84dd139a20e1f49" providerId="LiveId" clId="{7CD84C29-68BB-44FF-AEF8-187618D2EBC1}" dt="2025-11-24T07:23:39.869" v="983" actId="1076"/>
          <ac:grpSpMkLst>
            <pc:docMk/>
            <pc:sldMk cId="3914152700" sldId="282"/>
            <ac:grpSpMk id="54" creationId="{8CA552FD-C188-968B-D178-B7EA47361CB7}"/>
          </ac:grpSpMkLst>
        </pc:grpChg>
        <pc:grpChg chg="add mod">
          <ac:chgData name="Xinyi LYU" userId="e84dd139a20e1f49" providerId="LiveId" clId="{7CD84C29-68BB-44FF-AEF8-187618D2EBC1}" dt="2025-11-24T07:23:41.653" v="984"/>
          <ac:grpSpMkLst>
            <pc:docMk/>
            <pc:sldMk cId="3914152700" sldId="282"/>
            <ac:grpSpMk id="61" creationId="{8A78AE47-3AED-8DD7-8BFF-B60FB3B3BD52}"/>
          </ac:grpSpMkLst>
        </pc:grpChg>
        <pc:picChg chg="add mod ord modCrop">
          <ac:chgData name="Xinyi LYU" userId="e84dd139a20e1f49" providerId="LiveId" clId="{7CD84C29-68BB-44FF-AEF8-187618D2EBC1}" dt="2025-11-25T04:09:21.914" v="1794" actId="14100"/>
          <ac:picMkLst>
            <pc:docMk/>
            <pc:sldMk cId="3914152700" sldId="282"/>
            <ac:picMk id="3" creationId="{0A9E3AEC-3A7C-BB27-3C34-5216D7FFFCA5}"/>
          </ac:picMkLst>
        </pc:picChg>
        <pc:picChg chg="add del mod">
          <ac:chgData name="Xinyi LYU" userId="e84dd139a20e1f49" providerId="LiveId" clId="{7CD84C29-68BB-44FF-AEF8-187618D2EBC1}" dt="2025-11-24T06:50:53.821" v="521" actId="478"/>
          <ac:picMkLst>
            <pc:docMk/>
            <pc:sldMk cId="3914152700" sldId="282"/>
            <ac:picMk id="8" creationId="{AED5BE8A-F11D-9F96-93D0-9957F15B0A0A}"/>
          </ac:picMkLst>
        </pc:picChg>
        <pc:picChg chg="add del mod">
          <ac:chgData name="Xinyi LYU" userId="e84dd139a20e1f49" providerId="LiveId" clId="{7CD84C29-68BB-44FF-AEF8-187618D2EBC1}" dt="2025-11-24T05:43:56.996" v="270" actId="478"/>
          <ac:picMkLst>
            <pc:docMk/>
            <pc:sldMk cId="3914152700" sldId="282"/>
            <ac:picMk id="15" creationId="{AED5BE8A-F11D-9F96-93D0-9957F15B0A0A}"/>
          </ac:picMkLst>
        </pc:picChg>
        <pc:picChg chg="add mod ord">
          <ac:chgData name="Xinyi LYU" userId="e84dd139a20e1f49" providerId="LiveId" clId="{7CD84C29-68BB-44FF-AEF8-187618D2EBC1}" dt="2025-11-24T06:49:07.451" v="507" actId="1076"/>
          <ac:picMkLst>
            <pc:docMk/>
            <pc:sldMk cId="3914152700" sldId="282"/>
            <ac:picMk id="23" creationId="{46223B9A-03EB-10D2-CD39-85BCCA22B3D4}"/>
          </ac:picMkLst>
        </pc:picChg>
        <pc:picChg chg="add mod ord">
          <ac:chgData name="Xinyi LYU" userId="e84dd139a20e1f49" providerId="LiveId" clId="{7CD84C29-68BB-44FF-AEF8-187618D2EBC1}" dt="2025-11-24T07:04:46.119" v="834" actId="167"/>
          <ac:picMkLst>
            <pc:docMk/>
            <pc:sldMk cId="3914152700" sldId="282"/>
            <ac:picMk id="25" creationId="{2838E2C1-D0D9-3109-4A53-09F49CD5A795}"/>
          </ac:picMkLst>
        </pc:picChg>
        <pc:picChg chg="add mod ord">
          <ac:chgData name="Xinyi LYU" userId="e84dd139a20e1f49" providerId="LiveId" clId="{7CD84C29-68BB-44FF-AEF8-187618D2EBC1}" dt="2025-11-24T07:04:59.854" v="839" actId="1076"/>
          <ac:picMkLst>
            <pc:docMk/>
            <pc:sldMk cId="3914152700" sldId="282"/>
            <ac:picMk id="30" creationId="{C246C593-AF0F-F279-4A9A-7C32FD842712}"/>
          </ac:picMkLst>
        </pc:picChg>
        <pc:picChg chg="add del mod">
          <ac:chgData name="Xinyi LYU" userId="e84dd139a20e1f49" providerId="LiveId" clId="{7CD84C29-68BB-44FF-AEF8-187618D2EBC1}" dt="2025-11-24T06:57:08.773" v="774" actId="478"/>
          <ac:picMkLst>
            <pc:docMk/>
            <pc:sldMk cId="3914152700" sldId="282"/>
            <ac:picMk id="32" creationId="{A21AC57D-45FB-20EF-F8F6-EE659818037A}"/>
          </ac:picMkLst>
        </pc:picChg>
        <pc:picChg chg="add mod ord">
          <ac:chgData name="Xinyi LYU" userId="e84dd139a20e1f49" providerId="LiveId" clId="{7CD84C29-68BB-44FF-AEF8-187618D2EBC1}" dt="2025-11-24T06:58:10.790" v="811" actId="167"/>
          <ac:picMkLst>
            <pc:docMk/>
            <pc:sldMk cId="3914152700" sldId="282"/>
            <ac:picMk id="38" creationId="{166A1263-19B3-41D9-8BAB-F85BD58AC5AC}"/>
          </ac:picMkLst>
        </pc:picChg>
        <pc:picChg chg="add del mod">
          <ac:chgData name="Xinyi LYU" userId="e84dd139a20e1f49" providerId="LiveId" clId="{7CD84C29-68BB-44FF-AEF8-187618D2EBC1}" dt="2025-11-24T07:26:07.812" v="1005" actId="478"/>
          <ac:picMkLst>
            <pc:docMk/>
            <pc:sldMk cId="3914152700" sldId="282"/>
            <ac:picMk id="41" creationId="{971C98F2-4EC7-694D-5060-A65AF45172F8}"/>
          </ac:picMkLst>
        </pc:picChg>
        <pc:picChg chg="add mod">
          <ac:chgData name="Xinyi LYU" userId="e84dd139a20e1f49" providerId="LiveId" clId="{7CD84C29-68BB-44FF-AEF8-187618D2EBC1}" dt="2025-11-24T07:02:15.378" v="820" actId="1076"/>
          <ac:picMkLst>
            <pc:docMk/>
            <pc:sldMk cId="3914152700" sldId="282"/>
            <ac:picMk id="1028" creationId="{7D4A4B06-B879-7689-2096-DE1DA30CD43A}"/>
          </ac:picMkLst>
        </pc:picChg>
        <pc:picChg chg="add del mod">
          <ac:chgData name="Xinyi LYU" userId="e84dd139a20e1f49" providerId="LiveId" clId="{7CD84C29-68BB-44FF-AEF8-187618D2EBC1}" dt="2025-11-24T07:24:48.715" v="991" actId="478"/>
          <ac:picMkLst>
            <pc:docMk/>
            <pc:sldMk cId="3914152700" sldId="282"/>
            <ac:picMk id="1029" creationId="{01C60B51-006A-7222-7402-829B75839CB1}"/>
          </ac:picMkLst>
        </pc:picChg>
        <pc:cxnChg chg="add del mod">
          <ac:chgData name="Xinyi LYU" userId="e84dd139a20e1f49" providerId="LiveId" clId="{7CD84C29-68BB-44FF-AEF8-187618D2EBC1}" dt="2025-11-25T04:08:47.476" v="1783" actId="478"/>
          <ac:cxnSpMkLst>
            <pc:docMk/>
            <pc:sldMk cId="3914152700" sldId="282"/>
            <ac:cxnSpMk id="6" creationId="{90F650EC-6D70-88FC-E621-B66B104091B7}"/>
          </ac:cxnSpMkLst>
        </pc:cxnChg>
        <pc:cxnChg chg="add mod">
          <ac:chgData name="Xinyi LYU" userId="e84dd139a20e1f49" providerId="LiveId" clId="{7CD84C29-68BB-44FF-AEF8-187618D2EBC1}" dt="2025-11-25T04:08:55.172" v="1786" actId="14100"/>
          <ac:cxnSpMkLst>
            <pc:docMk/>
            <pc:sldMk cId="3914152700" sldId="282"/>
            <ac:cxnSpMk id="7" creationId="{6A29BE5C-A598-992F-A663-0815EB4184B9}"/>
          </ac:cxnSpMkLst>
        </pc:cxnChg>
        <pc:cxnChg chg="add mod">
          <ac:chgData name="Xinyi LYU" userId="e84dd139a20e1f49" providerId="LiveId" clId="{7CD84C29-68BB-44FF-AEF8-187618D2EBC1}" dt="2025-11-25T04:08:57.388" v="1787" actId="14100"/>
          <ac:cxnSpMkLst>
            <pc:docMk/>
            <pc:sldMk cId="3914152700" sldId="282"/>
            <ac:cxnSpMk id="1032" creationId="{C51AA94C-E35B-2D12-A9B1-D5F8F8649FD5}"/>
          </ac:cxnSpMkLst>
        </pc:cxnChg>
        <pc:cxnChg chg="add del mod">
          <ac:chgData name="Xinyi LYU" userId="e84dd139a20e1f49" providerId="LiveId" clId="{7CD84C29-68BB-44FF-AEF8-187618D2EBC1}" dt="2025-11-25T04:08:48.360" v="1784" actId="478"/>
          <ac:cxnSpMkLst>
            <pc:docMk/>
            <pc:sldMk cId="3914152700" sldId="282"/>
            <ac:cxnSpMk id="1033" creationId="{AF23B9BE-D0B2-B520-8CE1-1F11DBA95DE6}"/>
          </ac:cxnSpMkLst>
        </pc:cxnChg>
      </pc:sldChg>
      <pc:sldChg chg="addSp delSp modSp new mod modNotesTx">
        <pc:chgData name="Xinyi LYU" userId="e84dd139a20e1f49" providerId="LiveId" clId="{7CD84C29-68BB-44FF-AEF8-187618D2EBC1}" dt="2025-11-25T08:14:29.187" v="2340" actId="20577"/>
        <pc:sldMkLst>
          <pc:docMk/>
          <pc:sldMk cId="3908341047" sldId="283"/>
        </pc:sldMkLst>
        <pc:spChg chg="add mod">
          <ac:chgData name="Xinyi LYU" userId="e84dd139a20e1f49" providerId="LiveId" clId="{7CD84C29-68BB-44FF-AEF8-187618D2EBC1}" dt="2025-11-24T07:41:42.573" v="1213" actId="20577"/>
          <ac:spMkLst>
            <pc:docMk/>
            <pc:sldMk cId="3908341047" sldId="283"/>
            <ac:spMk id="4" creationId="{29A2C667-0FE7-34BE-72A6-15D0B33425D1}"/>
          </ac:spMkLst>
        </pc:spChg>
        <pc:spChg chg="add mod">
          <ac:chgData name="Xinyi LYU" userId="e84dd139a20e1f49" providerId="LiveId" clId="{7CD84C29-68BB-44FF-AEF8-187618D2EBC1}" dt="2025-11-24T07:41:09.566" v="1197" actId="14100"/>
          <ac:spMkLst>
            <pc:docMk/>
            <pc:sldMk cId="3908341047" sldId="283"/>
            <ac:spMk id="5" creationId="{D3BAF84B-FE9B-C1EE-2B8F-95637414A80E}"/>
          </ac:spMkLst>
        </pc:spChg>
        <pc:spChg chg="add mod">
          <ac:chgData name="Xinyi LYU" userId="e84dd139a20e1f49" providerId="LiveId" clId="{7CD84C29-68BB-44FF-AEF8-187618D2EBC1}" dt="2025-11-24T07:41:05.779" v="1196" actId="14100"/>
          <ac:spMkLst>
            <pc:docMk/>
            <pc:sldMk cId="3908341047" sldId="283"/>
            <ac:spMk id="6" creationId="{8D2B6B4C-4D8E-0C27-24CB-DF1F5A93697F}"/>
          </ac:spMkLst>
        </pc:spChg>
        <pc:spChg chg="add mod">
          <ac:chgData name="Xinyi LYU" userId="e84dd139a20e1f49" providerId="LiveId" clId="{7CD84C29-68BB-44FF-AEF8-187618D2EBC1}" dt="2025-11-24T07:40:51.216" v="1194" actId="164"/>
          <ac:spMkLst>
            <pc:docMk/>
            <pc:sldMk cId="3908341047" sldId="283"/>
            <ac:spMk id="7" creationId="{318F36FF-A269-E09A-44AD-E75440E47FCA}"/>
          </ac:spMkLst>
        </pc:spChg>
        <pc:spChg chg="add mod">
          <ac:chgData name="Xinyi LYU" userId="e84dd139a20e1f49" providerId="LiveId" clId="{7CD84C29-68BB-44FF-AEF8-187618D2EBC1}" dt="2025-11-24T07:40:51.216" v="1194" actId="164"/>
          <ac:spMkLst>
            <pc:docMk/>
            <pc:sldMk cId="3908341047" sldId="283"/>
            <ac:spMk id="8" creationId="{65F4CC04-148A-2F73-3734-ED03AC98176F}"/>
          </ac:spMkLst>
        </pc:spChg>
        <pc:spChg chg="add mod">
          <ac:chgData name="Xinyi LYU" userId="e84dd139a20e1f49" providerId="LiveId" clId="{7CD84C29-68BB-44FF-AEF8-187618D2EBC1}" dt="2025-11-24T07:40:51.216" v="1194" actId="164"/>
          <ac:spMkLst>
            <pc:docMk/>
            <pc:sldMk cId="3908341047" sldId="283"/>
            <ac:spMk id="9" creationId="{7892AA58-3BC0-D1EB-E7BF-37A5464E0A74}"/>
          </ac:spMkLst>
        </pc:spChg>
        <pc:spChg chg="add mod">
          <ac:chgData name="Xinyi LYU" userId="e84dd139a20e1f49" providerId="LiveId" clId="{7CD84C29-68BB-44FF-AEF8-187618D2EBC1}" dt="2025-11-24T08:20:15.055" v="1704" actId="1037"/>
          <ac:spMkLst>
            <pc:docMk/>
            <pc:sldMk cId="3908341047" sldId="283"/>
            <ac:spMk id="11" creationId="{8B1AA6D9-7B3C-1A0A-4488-F3F166085F1E}"/>
          </ac:spMkLst>
        </pc:spChg>
        <pc:spChg chg="add mod">
          <ac:chgData name="Xinyi LYU" userId="e84dd139a20e1f49" providerId="LiveId" clId="{7CD84C29-68BB-44FF-AEF8-187618D2EBC1}" dt="2025-11-24T08:20:15.055" v="1704" actId="1037"/>
          <ac:spMkLst>
            <pc:docMk/>
            <pc:sldMk cId="3908341047" sldId="283"/>
            <ac:spMk id="12" creationId="{C7C1B714-470F-70C1-6603-A7E9A9F2FC44}"/>
          </ac:spMkLst>
        </pc:spChg>
        <pc:spChg chg="add mod">
          <ac:chgData name="Xinyi LYU" userId="e84dd139a20e1f49" providerId="LiveId" clId="{7CD84C29-68BB-44FF-AEF8-187618D2EBC1}" dt="2025-11-24T08:20:15.055" v="1704" actId="1037"/>
          <ac:spMkLst>
            <pc:docMk/>
            <pc:sldMk cId="3908341047" sldId="283"/>
            <ac:spMk id="13" creationId="{24A7B13D-25F2-9953-9457-346DCA549060}"/>
          </ac:spMkLst>
        </pc:spChg>
        <pc:spChg chg="add mod">
          <ac:chgData name="Xinyi LYU" userId="e84dd139a20e1f49" providerId="LiveId" clId="{7CD84C29-68BB-44FF-AEF8-187618D2EBC1}" dt="2025-11-24T07:46:32.285" v="1320" actId="1037"/>
          <ac:spMkLst>
            <pc:docMk/>
            <pc:sldMk cId="3908341047" sldId="283"/>
            <ac:spMk id="14" creationId="{C7C1B714-470F-70C1-6603-A7E9A9F2FC44}"/>
          </ac:spMkLst>
        </pc:spChg>
        <pc:spChg chg="add mod">
          <ac:chgData name="Xinyi LYU" userId="e84dd139a20e1f49" providerId="LiveId" clId="{7CD84C29-68BB-44FF-AEF8-187618D2EBC1}" dt="2025-11-24T08:20:15.055" v="1704" actId="1037"/>
          <ac:spMkLst>
            <pc:docMk/>
            <pc:sldMk cId="3908341047" sldId="283"/>
            <ac:spMk id="15" creationId="{C7C1B714-470F-70C1-6603-A7E9A9F2FC44}"/>
          </ac:spMkLst>
        </pc:spChg>
        <pc:spChg chg="add mod">
          <ac:chgData name="Xinyi LYU" userId="e84dd139a20e1f49" providerId="LiveId" clId="{7CD84C29-68BB-44FF-AEF8-187618D2EBC1}" dt="2025-11-24T08:20:15.055" v="1704" actId="1037"/>
          <ac:spMkLst>
            <pc:docMk/>
            <pc:sldMk cId="3908341047" sldId="283"/>
            <ac:spMk id="16" creationId="{C7C1B714-470F-70C1-6603-A7E9A9F2FC44}"/>
          </ac:spMkLst>
        </pc:spChg>
        <pc:spChg chg="add mod">
          <ac:chgData name="Xinyi LYU" userId="e84dd139a20e1f49" providerId="LiveId" clId="{7CD84C29-68BB-44FF-AEF8-187618D2EBC1}" dt="2025-11-24T08:20:15.055" v="1704" actId="1037"/>
          <ac:spMkLst>
            <pc:docMk/>
            <pc:sldMk cId="3908341047" sldId="283"/>
            <ac:spMk id="17" creationId="{F1304A84-8C13-B688-4D94-7E0BD361048F}"/>
          </ac:spMkLst>
        </pc:spChg>
        <pc:spChg chg="add mod">
          <ac:chgData name="Xinyi LYU" userId="e84dd139a20e1f49" providerId="LiveId" clId="{7CD84C29-68BB-44FF-AEF8-187618D2EBC1}" dt="2025-11-25T04:19:00.184" v="1821" actId="20577"/>
          <ac:spMkLst>
            <pc:docMk/>
            <pc:sldMk cId="3908341047" sldId="283"/>
            <ac:spMk id="21" creationId="{A7329A31-5C5C-8BA1-0B99-50A608853D26}"/>
          </ac:spMkLst>
        </pc:spChg>
        <pc:spChg chg="add mod">
          <ac:chgData name="Xinyi LYU" userId="e84dd139a20e1f49" providerId="LiveId" clId="{7CD84C29-68BB-44FF-AEF8-187618D2EBC1}" dt="2025-11-25T04:19:23.931" v="1842" actId="20577"/>
          <ac:spMkLst>
            <pc:docMk/>
            <pc:sldMk cId="3908341047" sldId="283"/>
            <ac:spMk id="24" creationId="{B9EEEF2E-780C-7B9C-581A-24968285AA92}"/>
          </ac:spMkLst>
        </pc:spChg>
        <pc:spChg chg="add mod">
          <ac:chgData name="Xinyi LYU" userId="e84dd139a20e1f49" providerId="LiveId" clId="{7CD84C29-68BB-44FF-AEF8-187618D2EBC1}" dt="2025-11-24T11:03:13.460" v="1742" actId="20577"/>
          <ac:spMkLst>
            <pc:docMk/>
            <pc:sldMk cId="3908341047" sldId="283"/>
            <ac:spMk id="26" creationId="{7640FCDC-1ABB-B632-DD3B-3B253FE38D53}"/>
          </ac:spMkLst>
        </pc:spChg>
        <pc:spChg chg="add mod">
          <ac:chgData name="Xinyi LYU" userId="e84dd139a20e1f49" providerId="LiveId" clId="{7CD84C29-68BB-44FF-AEF8-187618D2EBC1}" dt="2025-11-24T08:20:15.055" v="1704" actId="1037"/>
          <ac:spMkLst>
            <pc:docMk/>
            <pc:sldMk cId="3908341047" sldId="283"/>
            <ac:spMk id="32" creationId="{6C50554A-3E27-5300-6760-26553746F18E}"/>
          </ac:spMkLst>
        </pc:spChg>
        <pc:spChg chg="add mod">
          <ac:chgData name="Xinyi LYU" userId="e84dd139a20e1f49" providerId="LiveId" clId="{7CD84C29-68BB-44FF-AEF8-187618D2EBC1}" dt="2025-11-24T08:20:15.055" v="1704" actId="1037"/>
          <ac:spMkLst>
            <pc:docMk/>
            <pc:sldMk cId="3908341047" sldId="283"/>
            <ac:spMk id="34" creationId="{960E557E-79DD-C9D0-ECF5-5CF41C00E474}"/>
          </ac:spMkLst>
        </pc:spChg>
        <pc:spChg chg="add mod">
          <ac:chgData name="Xinyi LYU" userId="e84dd139a20e1f49" providerId="LiveId" clId="{7CD84C29-68BB-44FF-AEF8-187618D2EBC1}" dt="2025-11-24T08:20:15.055" v="1704" actId="1037"/>
          <ac:spMkLst>
            <pc:docMk/>
            <pc:sldMk cId="3908341047" sldId="283"/>
            <ac:spMk id="47" creationId="{D6BC03BF-A06D-649D-241F-EC22D6D170E2}"/>
          </ac:spMkLst>
        </pc:spChg>
        <pc:spChg chg="add mod">
          <ac:chgData name="Xinyi LYU" userId="e84dd139a20e1f49" providerId="LiveId" clId="{7CD84C29-68BB-44FF-AEF8-187618D2EBC1}" dt="2025-11-25T05:25:29.833" v="1905" actId="20577"/>
          <ac:spMkLst>
            <pc:docMk/>
            <pc:sldMk cId="3908341047" sldId="283"/>
            <ac:spMk id="48" creationId="{8BBAF6CC-C267-F0C9-F278-9616FFD42C93}"/>
          </ac:spMkLst>
        </pc:spChg>
        <pc:spChg chg="add mod">
          <ac:chgData name="Xinyi LYU" userId="e84dd139a20e1f49" providerId="LiveId" clId="{7CD84C29-68BB-44FF-AEF8-187618D2EBC1}" dt="2025-11-24T08:21:32.992" v="1714" actId="20577"/>
          <ac:spMkLst>
            <pc:docMk/>
            <pc:sldMk cId="3908341047" sldId="283"/>
            <ac:spMk id="56" creationId="{83E1EBFD-47A9-463E-CD66-04DDE91688C0}"/>
          </ac:spMkLst>
        </pc:spChg>
        <pc:spChg chg="add mod">
          <ac:chgData name="Xinyi LYU" userId="e84dd139a20e1f49" providerId="LiveId" clId="{7CD84C29-68BB-44FF-AEF8-187618D2EBC1}" dt="2025-11-24T08:21:47.338" v="1718" actId="20577"/>
          <ac:spMkLst>
            <pc:docMk/>
            <pc:sldMk cId="3908341047" sldId="283"/>
            <ac:spMk id="59" creationId="{09D7AA08-D62D-4A76-BE99-BB44F5CE5800}"/>
          </ac:spMkLst>
        </pc:spChg>
        <pc:spChg chg="add mod">
          <ac:chgData name="Xinyi LYU" userId="e84dd139a20e1f49" providerId="LiveId" clId="{7CD84C29-68BB-44FF-AEF8-187618D2EBC1}" dt="2025-11-24T08:22:07.152" v="1722" actId="20577"/>
          <ac:spMkLst>
            <pc:docMk/>
            <pc:sldMk cId="3908341047" sldId="283"/>
            <ac:spMk id="60" creationId="{BE5393DB-8C21-5ED6-8278-FB60B924B14A}"/>
          </ac:spMkLst>
        </pc:spChg>
        <pc:spChg chg="add mod">
          <ac:chgData name="Xinyi LYU" userId="e84dd139a20e1f49" providerId="LiveId" clId="{7CD84C29-68BB-44FF-AEF8-187618D2EBC1}" dt="2025-11-24T08:22:09.576" v="1723" actId="20577"/>
          <ac:spMkLst>
            <pc:docMk/>
            <pc:sldMk cId="3908341047" sldId="283"/>
            <ac:spMk id="61" creationId="{275EE152-B241-12C4-6079-C873E0E9BABA}"/>
          </ac:spMkLst>
        </pc:spChg>
        <pc:spChg chg="add mod">
          <ac:chgData name="Xinyi LYU" userId="e84dd139a20e1f49" providerId="LiveId" clId="{7CD84C29-68BB-44FF-AEF8-187618D2EBC1}" dt="2025-11-24T08:22:18.889" v="1726" actId="20577"/>
          <ac:spMkLst>
            <pc:docMk/>
            <pc:sldMk cId="3908341047" sldId="283"/>
            <ac:spMk id="62" creationId="{CC245FDF-61E4-BD3E-DEC0-5791DF64409C}"/>
          </ac:spMkLst>
        </pc:spChg>
        <pc:grpChg chg="add mod">
          <ac:chgData name="Xinyi LYU" userId="e84dd139a20e1f49" providerId="LiveId" clId="{7CD84C29-68BB-44FF-AEF8-187618D2EBC1}" dt="2025-11-24T07:45:11.213" v="1295" actId="1076"/>
          <ac:grpSpMkLst>
            <pc:docMk/>
            <pc:sldMk cId="3908341047" sldId="283"/>
            <ac:grpSpMk id="10" creationId="{0F73AFE1-C19A-0F43-7402-9D300EEEE185}"/>
          </ac:grpSpMkLst>
        </pc:grpChg>
        <pc:picChg chg="add del mod modCrop">
          <ac:chgData name="Xinyi LYU" userId="e84dd139a20e1f49" providerId="LiveId" clId="{7CD84C29-68BB-44FF-AEF8-187618D2EBC1}" dt="2025-11-24T07:57:23.300" v="1584" actId="478"/>
          <ac:picMkLst>
            <pc:docMk/>
            <pc:sldMk cId="3908341047" sldId="283"/>
            <ac:picMk id="3" creationId="{90DAD1E9-E83B-C374-C402-7B7B30720D68}"/>
          </ac:picMkLst>
        </pc:picChg>
        <pc:picChg chg="add del">
          <ac:chgData name="Xinyi LYU" userId="e84dd139a20e1f49" providerId="LiveId" clId="{7CD84C29-68BB-44FF-AEF8-187618D2EBC1}" dt="2025-11-24T08:22:22.402" v="1727" actId="478"/>
          <ac:picMkLst>
            <pc:docMk/>
            <pc:sldMk cId="3908341047" sldId="283"/>
            <ac:picMk id="58" creationId="{473FB72A-D0EC-4E38-33A1-64D4C5DB2FFC}"/>
          </ac:picMkLst>
        </pc:picChg>
        <pc:cxnChg chg="add mod">
          <ac:chgData name="Xinyi LYU" userId="e84dd139a20e1f49" providerId="LiveId" clId="{7CD84C29-68BB-44FF-AEF8-187618D2EBC1}" dt="2025-11-24T07:47:23.797" v="1329" actId="1076"/>
          <ac:cxnSpMkLst>
            <pc:docMk/>
            <pc:sldMk cId="3908341047" sldId="283"/>
            <ac:cxnSpMk id="19" creationId="{C8DE3D15-A81F-5AA4-07E7-D420328D384C}"/>
          </ac:cxnSpMkLst>
        </pc:cxnChg>
        <pc:cxnChg chg="add mod">
          <ac:chgData name="Xinyi LYU" userId="e84dd139a20e1f49" providerId="LiveId" clId="{7CD84C29-68BB-44FF-AEF8-187618D2EBC1}" dt="2025-11-24T07:55:51.315" v="1572" actId="14100"/>
          <ac:cxnSpMkLst>
            <pc:docMk/>
            <pc:sldMk cId="3908341047" sldId="283"/>
            <ac:cxnSpMk id="22" creationId="{BCFB413C-8EFF-D253-DBCB-B4A35AF6F797}"/>
          </ac:cxnSpMkLst>
        </pc:cxnChg>
        <pc:cxnChg chg="add mod">
          <ac:chgData name="Xinyi LYU" userId="e84dd139a20e1f49" providerId="LiveId" clId="{7CD84C29-68BB-44FF-AEF8-187618D2EBC1}" dt="2025-11-24T07:55:54.612" v="1573" actId="14100"/>
          <ac:cxnSpMkLst>
            <pc:docMk/>
            <pc:sldMk cId="3908341047" sldId="283"/>
            <ac:cxnSpMk id="25" creationId="{D35593FE-3318-3EDC-2504-C21EDB664D55}"/>
          </ac:cxnSpMkLst>
        </pc:cxnChg>
        <pc:cxnChg chg="add mod">
          <ac:chgData name="Xinyi LYU" userId="e84dd139a20e1f49" providerId="LiveId" clId="{7CD84C29-68BB-44FF-AEF8-187618D2EBC1}" dt="2025-11-24T07:55:58.809" v="1574" actId="14100"/>
          <ac:cxnSpMkLst>
            <pc:docMk/>
            <pc:sldMk cId="3908341047" sldId="283"/>
            <ac:cxnSpMk id="27" creationId="{12442389-E0D2-7FE1-8F02-046D7225A7F3}"/>
          </ac:cxnSpMkLst>
        </pc:cxnChg>
        <pc:cxnChg chg="add mod">
          <ac:chgData name="Xinyi LYU" userId="e84dd139a20e1f49" providerId="LiveId" clId="{7CD84C29-68BB-44FF-AEF8-187618D2EBC1}" dt="2025-11-24T07:56:04.314" v="1575" actId="14100"/>
          <ac:cxnSpMkLst>
            <pc:docMk/>
            <pc:sldMk cId="3908341047" sldId="283"/>
            <ac:cxnSpMk id="33" creationId="{E2D232E3-6261-F72C-B7FF-E231814F6331}"/>
          </ac:cxnSpMkLst>
        </pc:cxnChg>
        <pc:cxnChg chg="add mod">
          <ac:chgData name="Xinyi LYU" userId="e84dd139a20e1f49" providerId="LiveId" clId="{7CD84C29-68BB-44FF-AEF8-187618D2EBC1}" dt="2025-11-24T07:56:07.951" v="1576" actId="14100"/>
          <ac:cxnSpMkLst>
            <pc:docMk/>
            <pc:sldMk cId="3908341047" sldId="283"/>
            <ac:cxnSpMk id="35" creationId="{81B697D6-D33C-4E89-F5A7-AD42895318F8}"/>
          </ac:cxnSpMkLst>
        </pc:cxnChg>
        <pc:cxnChg chg="add del mod">
          <ac:chgData name="Xinyi LYU" userId="e84dd139a20e1f49" providerId="LiveId" clId="{7CD84C29-68BB-44FF-AEF8-187618D2EBC1}" dt="2025-11-24T07:56:11.554" v="1577" actId="478"/>
          <ac:cxnSpMkLst>
            <pc:docMk/>
            <pc:sldMk cId="3908341047" sldId="283"/>
            <ac:cxnSpMk id="41" creationId="{213AFD15-A5D1-9761-A3FE-B994632CA8F8}"/>
          </ac:cxnSpMkLst>
        </pc:cxnChg>
        <pc:cxnChg chg="add mod">
          <ac:chgData name="Xinyi LYU" userId="e84dd139a20e1f49" providerId="LiveId" clId="{7CD84C29-68BB-44FF-AEF8-187618D2EBC1}" dt="2025-11-24T08:16:48.310" v="1647" actId="14100"/>
          <ac:cxnSpMkLst>
            <pc:docMk/>
            <pc:sldMk cId="3908341047" sldId="283"/>
            <ac:cxnSpMk id="49" creationId="{7E109FBC-0602-1522-2B53-02D524D2F519}"/>
          </ac:cxnSpMkLst>
        </pc:cxnChg>
        <pc:cxnChg chg="add mod">
          <ac:chgData name="Xinyi LYU" userId="e84dd139a20e1f49" providerId="LiveId" clId="{7CD84C29-68BB-44FF-AEF8-187618D2EBC1}" dt="2025-11-24T08:20:22.954" v="1705" actId="14100"/>
          <ac:cxnSpMkLst>
            <pc:docMk/>
            <pc:sldMk cId="3908341047" sldId="283"/>
            <ac:cxnSpMk id="50" creationId="{0AD96E32-078E-FF20-8A22-6287FEA356E4}"/>
          </ac:cxnSpMkLst>
        </pc:cxnChg>
      </pc:sldChg>
      <pc:sldChg chg="add del">
        <pc:chgData name="Xinyi LYU" userId="e84dd139a20e1f49" providerId="LiveId" clId="{7CD84C29-68BB-44FF-AEF8-187618D2EBC1}" dt="2025-11-25T04:00:58.040" v="1754"/>
        <pc:sldMkLst>
          <pc:docMk/>
          <pc:sldMk cId="1519533064" sldId="284"/>
        </pc:sldMkLst>
      </pc:sldChg>
      <pc:sldChg chg="add">
        <pc:chgData name="Xinyi LYU" userId="e84dd139a20e1f49" providerId="LiveId" clId="{7CD84C29-68BB-44FF-AEF8-187618D2EBC1}" dt="2025-11-25T06:56:04.066" v="2321"/>
        <pc:sldMkLst>
          <pc:docMk/>
          <pc:sldMk cId="650268547" sldId="285"/>
        </pc:sldMkLst>
      </pc:sldChg>
      <pc:sldChg chg="modSp add mod">
        <pc:chgData name="Xinyi LYU" userId="e84dd139a20e1f49" providerId="LiveId" clId="{7CD84C29-68BB-44FF-AEF8-187618D2EBC1}" dt="2025-11-25T07:14:21.029" v="2335" actId="1076"/>
        <pc:sldMkLst>
          <pc:docMk/>
          <pc:sldMk cId="3251953762" sldId="286"/>
        </pc:sldMkLst>
        <pc:grpChg chg="mod">
          <ac:chgData name="Xinyi LYU" userId="e84dd139a20e1f49" providerId="LiveId" clId="{7CD84C29-68BB-44FF-AEF8-187618D2EBC1}" dt="2025-11-25T07:14:21.029" v="2335" actId="1076"/>
          <ac:grpSpMkLst>
            <pc:docMk/>
            <pc:sldMk cId="3251953762" sldId="286"/>
            <ac:grpSpMk id="19" creationId="{CAD23862-C9AF-63F6-A669-AE9D44A15FC5}"/>
          </ac:grpSpMkLst>
        </pc:grpChg>
      </pc:sldChg>
      <pc:sldChg chg="addSp modSp new mod modClrScheme chgLayout">
        <pc:chgData name="Xinyi LYU" userId="e84dd139a20e1f49" providerId="LiveId" clId="{7CD84C29-68BB-44FF-AEF8-187618D2EBC1}" dt="2025-11-25T06:57:04.524" v="2334" actId="255"/>
        <pc:sldMkLst>
          <pc:docMk/>
          <pc:sldMk cId="2853686396" sldId="287"/>
        </pc:sldMkLst>
        <pc:spChg chg="mod ord">
          <ac:chgData name="Xinyi LYU" userId="e84dd139a20e1f49" providerId="LiveId" clId="{7CD84C29-68BB-44FF-AEF8-187618D2EBC1}" dt="2025-11-25T06:56:42.480" v="2323" actId="700"/>
          <ac:spMkLst>
            <pc:docMk/>
            <pc:sldMk cId="2853686396" sldId="287"/>
            <ac:spMk id="2" creationId="{C254B352-F97C-0E52-3ABD-9ACDEC2D4431}"/>
          </ac:spMkLst>
        </pc:spChg>
        <pc:spChg chg="add mod">
          <ac:chgData name="Xinyi LYU" userId="e84dd139a20e1f49" providerId="LiveId" clId="{7CD84C29-68BB-44FF-AEF8-187618D2EBC1}" dt="2025-11-25T06:57:04.524" v="2334" actId="255"/>
          <ac:spMkLst>
            <pc:docMk/>
            <pc:sldMk cId="2853686396" sldId="287"/>
            <ac:spMk id="3" creationId="{2C979C36-600A-9A58-DC17-2E91BD2AD2CA}"/>
          </ac:spMkLst>
        </pc:spChg>
        <pc:spChg chg="add mod">
          <ac:chgData name="Xinyi LYU" userId="e84dd139a20e1f49" providerId="LiveId" clId="{7CD84C29-68BB-44FF-AEF8-187618D2EBC1}" dt="2025-11-25T06:56:51.761" v="2324"/>
          <ac:spMkLst>
            <pc:docMk/>
            <pc:sldMk cId="2853686396" sldId="287"/>
            <ac:spMk id="4" creationId="{4336F532-C3ED-3C97-F964-991278206FE1}"/>
          </ac:spMkLst>
        </pc:spChg>
      </pc:sldChg>
    </pc:docChg>
  </pc:docChgLst>
  <pc:docChgLst>
    <pc:chgData name="Xinyi LYU" userId="e84dd139a20e1f49" providerId="LiveId" clId="{27D54EF5-6CF3-4049-B237-A7D3D2D6FF7E}"/>
    <pc:docChg chg="custSel addSld modSld sldOrd">
      <pc:chgData name="Xinyi LYU" userId="e84dd139a20e1f49" providerId="LiveId" clId="{27D54EF5-6CF3-4049-B237-A7D3D2D6FF7E}" dt="2025-11-23T15:24:49.139" v="142" actId="1076"/>
      <pc:docMkLst>
        <pc:docMk/>
      </pc:docMkLst>
      <pc:sldChg chg="addSp modSp mod modClrScheme chgLayout">
        <pc:chgData name="Xinyi LYU" userId="e84dd139a20e1f49" providerId="LiveId" clId="{27D54EF5-6CF3-4049-B237-A7D3D2D6FF7E}" dt="2025-11-23T15:10:08.942" v="83" actId="1076"/>
        <pc:sldMkLst>
          <pc:docMk/>
          <pc:sldMk cId="2322594033" sldId="278"/>
        </pc:sldMkLst>
        <pc:spChg chg="add mod">
          <ac:chgData name="Xinyi LYU" userId="e84dd139a20e1f49" providerId="LiveId" clId="{27D54EF5-6CF3-4049-B237-A7D3D2D6FF7E}" dt="2025-11-23T15:08:42.195" v="71" actId="1076"/>
          <ac:spMkLst>
            <pc:docMk/>
            <pc:sldMk cId="2322594033" sldId="278"/>
            <ac:spMk id="3" creationId="{DDCF3894-F3A4-7A66-993E-0F8CED1E9AF5}"/>
          </ac:spMkLst>
        </pc:spChg>
        <pc:spChg chg="add mod">
          <ac:chgData name="Xinyi LYU" userId="e84dd139a20e1f49" providerId="LiveId" clId="{27D54EF5-6CF3-4049-B237-A7D3D2D6FF7E}" dt="2025-11-23T15:08:45.972" v="72" actId="1076"/>
          <ac:spMkLst>
            <pc:docMk/>
            <pc:sldMk cId="2322594033" sldId="278"/>
            <ac:spMk id="4" creationId="{F2255F58-060B-1A0E-131E-1C2A702E688A}"/>
          </ac:spMkLst>
        </pc:spChg>
        <pc:picChg chg="add mod modCrop">
          <ac:chgData name="Xinyi LYU" userId="e84dd139a20e1f49" providerId="LiveId" clId="{27D54EF5-6CF3-4049-B237-A7D3D2D6FF7E}" dt="2025-11-23T15:10:08.942" v="83" actId="1076"/>
          <ac:picMkLst>
            <pc:docMk/>
            <pc:sldMk cId="2322594033" sldId="278"/>
            <ac:picMk id="6" creationId="{E9A65F4A-56AA-721B-4915-0F439A6D2894}"/>
          </ac:picMkLst>
        </pc:picChg>
      </pc:sldChg>
      <pc:sldChg chg="addSp delSp modSp new mod ord">
        <pc:chgData name="Xinyi LYU" userId="e84dd139a20e1f49" providerId="LiveId" clId="{27D54EF5-6CF3-4049-B237-A7D3D2D6FF7E}" dt="2025-11-23T15:24:49.139" v="142" actId="1076"/>
        <pc:sldMkLst>
          <pc:docMk/>
          <pc:sldMk cId="1173504965" sldId="281"/>
        </pc:sldMkLst>
        <pc:spChg chg="add mod">
          <ac:chgData name="Xinyi LYU" userId="e84dd139a20e1f49" providerId="LiveId" clId="{27D54EF5-6CF3-4049-B237-A7D3D2D6FF7E}" dt="2025-11-23T15:12:32.805" v="100" actId="1076"/>
          <ac:spMkLst>
            <pc:docMk/>
            <pc:sldMk cId="1173504965" sldId="281"/>
            <ac:spMk id="4" creationId="{166D49F3-EFAB-8924-03B2-0579BD35E577}"/>
          </ac:spMkLst>
        </pc:spChg>
      </pc:sldChg>
      <pc:sldChg chg="modSp new mod">
        <pc:chgData name="Xinyi LYU" userId="e84dd139a20e1f49" providerId="LiveId" clId="{27D54EF5-6CF3-4049-B237-A7D3D2D6FF7E}" dt="2025-11-23T15:13:38.880" v="105" actId="20577"/>
        <pc:sldMkLst>
          <pc:docMk/>
          <pc:sldMk cId="3914152700" sldId="282"/>
        </pc:sldMkLst>
        <pc:spChg chg="mod">
          <ac:chgData name="Xinyi LYU" userId="e84dd139a20e1f49" providerId="LiveId" clId="{27D54EF5-6CF3-4049-B237-A7D3D2D6FF7E}" dt="2025-11-23T15:13:38.880" v="105" actId="20577"/>
          <ac:spMkLst>
            <pc:docMk/>
            <pc:sldMk cId="3914152700" sldId="282"/>
            <ac:spMk id="2" creationId="{678BB248-3214-F0A1-F323-29249B432AB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218B53-0452-416E-9595-03BD95690B68}" type="datetimeFigureOut">
              <a:rPr lang="en-US" smtClean="0"/>
              <a:t>11/25/2025</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924F22-AC36-4F1B-B78D-11CE21608D0F}"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Hello everyone. Today our group will present our work on using machine learning to accelerate the discovery of molecular additives for perovskite solar cell interfaces. Our aim is to outline a simplified, data-driven workflow that can rapidly identify promising molecules for passivation.</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B7924F22-AC36-4F1B-B78D-11CE21608D0F}" type="slidenum">
              <a:rPr lang="en-US" smtClean="0"/>
              <a:t>1</a:t>
            </a:fld>
            <a:endParaRPr lang="en-US"/>
          </a:p>
        </p:txBody>
      </p:sp>
    </p:spTree>
    <p:extLst>
      <p:ext uri="{BB962C8B-B14F-4D97-AF65-F5344CB8AC3E}">
        <p14:creationId xmlns:p14="http://schemas.microsoft.com/office/powerpoint/2010/main" val="3156835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Although perovskite solar cells have achieved remarkable efficiency, surface defects remain a major source of non-radiative losses and instability. Introducing small functional molecules at the interface is an effective strategy to suppress these defects, but the experimental screening is inefficient. Machine learning allows us to learn the relationship between molecular properties and binding energy, enabling fast selection of candidates. </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B7924F22-AC36-4F1B-B78D-11CE21608D0F}" type="slidenum">
              <a:rPr lang="en-US" smtClean="0"/>
              <a:t>2</a:t>
            </a:fld>
            <a:endParaRPr lang="en-US"/>
          </a:p>
        </p:txBody>
      </p:sp>
    </p:spTree>
    <p:extLst>
      <p:ext uri="{BB962C8B-B14F-4D97-AF65-F5344CB8AC3E}">
        <p14:creationId xmlns:p14="http://schemas.microsoft.com/office/powerpoint/2010/main" val="3593553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Our workflow begins with an initial search across a large molecule database, followed by high-throughput calculations to estimate binding potential. We then perform Gaussian-based quantum calculations to extract electronic descriptors, which are used as inputs. After training, the model highlights top candidates for further electronic analysis and final experimental validation.</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B7924F22-AC36-4F1B-B78D-11CE21608D0F}" type="slidenum">
              <a:rPr lang="en-US" smtClean="0"/>
              <a:t>3</a:t>
            </a:fld>
            <a:endParaRPr lang="en-US"/>
          </a:p>
        </p:txBody>
      </p:sp>
    </p:spTree>
    <p:extLst>
      <p:ext uri="{BB962C8B-B14F-4D97-AF65-F5344CB8AC3E}">
        <p14:creationId xmlns:p14="http://schemas.microsoft.com/office/powerpoint/2010/main" val="3535982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The purpose of this workflow is to move efficiently from millions of possible compounds to a small, realistic set of high-value additives. To achieve that, we designed a tiered filtering strategy. Starting from roughly five million molecules in PubChem, we filtered by charge state, chemical constraints, atomic composition, molecular weight</a:t>
            </a:r>
            <a:r>
              <a:rPr lang="en-US" altLang="zh-CN" sz="1200" kern="1200">
                <a:solidFill>
                  <a:schemeClr val="tx1"/>
                </a:solidFill>
                <a:effectLst/>
                <a:latin typeface="+mn-lt"/>
                <a:ea typeface="+mn-ea"/>
                <a:cs typeface="+mn-cs"/>
              </a:rPr>
              <a:t>, and hydrogen-bonding </a:t>
            </a:r>
            <a:r>
              <a:rPr lang="en-US" altLang="zh-CN" sz="1200" kern="1200" dirty="0">
                <a:solidFill>
                  <a:schemeClr val="tx1"/>
                </a:solidFill>
                <a:effectLst/>
                <a:latin typeface="+mn-lt"/>
                <a:ea typeface="+mn-ea"/>
                <a:cs typeface="+mn-cs"/>
              </a:rPr>
              <a:t>ability. Each step removes unqualified molecules, gradually shrinking the search space while enriching promising candidates for interface engineering and device testing.</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B7924F22-AC36-4F1B-B78D-11CE21608D0F}" type="slidenum">
              <a:rPr lang="en-US" smtClean="0"/>
              <a:t>4</a:t>
            </a:fld>
            <a:endParaRPr lang="en-US"/>
          </a:p>
        </p:txBody>
      </p:sp>
    </p:spTree>
    <p:extLst>
      <p:ext uri="{BB962C8B-B14F-4D97-AF65-F5344CB8AC3E}">
        <p14:creationId xmlns:p14="http://schemas.microsoft.com/office/powerpoint/2010/main" val="12428569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sz="1200" kern="1200" dirty="0">
                <a:solidFill>
                  <a:schemeClr val="tx1"/>
                </a:solidFill>
                <a:effectLst/>
                <a:latin typeface="+mn-lt"/>
                <a:ea typeface="+mn-ea"/>
                <a:cs typeface="+mn-cs"/>
              </a:rPr>
              <a:t>I will briefly introduce the dataset we use to train our prediction model.</a:t>
            </a:r>
          </a:p>
          <a:p>
            <a:r>
              <a:rPr lang="en" altLang="zh-CN" sz="1200" kern="1200" dirty="0">
                <a:solidFill>
                  <a:schemeClr val="tx1"/>
                </a:solidFill>
                <a:effectLst/>
                <a:latin typeface="+mn-lt"/>
                <a:ea typeface="+mn-ea"/>
                <a:cs typeface="+mn-cs"/>
              </a:rPr>
              <a:t>This dataset contains </a:t>
            </a:r>
            <a:r>
              <a:rPr lang="en" altLang="zh-CN" sz="1200" b="1" kern="1200" dirty="0">
                <a:solidFill>
                  <a:schemeClr val="tx1"/>
                </a:solidFill>
                <a:effectLst/>
                <a:latin typeface="+mn-lt"/>
                <a:ea typeface="+mn-ea"/>
                <a:cs typeface="+mn-cs"/>
              </a:rPr>
              <a:t>414 candidate molecules</a:t>
            </a:r>
            <a:r>
              <a:rPr lang="en" altLang="zh-CN" sz="1200" kern="1200" dirty="0">
                <a:solidFill>
                  <a:schemeClr val="tx1"/>
                </a:solidFill>
                <a:effectLst/>
                <a:latin typeface="+mn-lt"/>
                <a:ea typeface="+mn-ea"/>
                <a:cs typeface="+mn-cs"/>
              </a:rPr>
              <a:t>, each labelled with the binding energy to the perovskite surface.</a:t>
            </a:r>
          </a:p>
          <a:p>
            <a:r>
              <a:rPr lang="en" altLang="zh-CN" sz="1200" kern="1200" dirty="0">
                <a:solidFill>
                  <a:schemeClr val="tx1"/>
                </a:solidFill>
                <a:effectLst/>
                <a:latin typeface="+mn-lt"/>
                <a:ea typeface="+mn-ea"/>
                <a:cs typeface="+mn-cs"/>
              </a:rPr>
              <a:t>We group our descriptors into three chemistry-meaningful categories.</a:t>
            </a:r>
          </a:p>
          <a:p>
            <a:r>
              <a:rPr lang="en" altLang="zh-CN" sz="1200" b="1" kern="1200" dirty="0">
                <a:solidFill>
                  <a:schemeClr val="tx1"/>
                </a:solidFill>
                <a:effectLst/>
                <a:latin typeface="+mn-lt"/>
                <a:ea typeface="+mn-ea"/>
                <a:cs typeface="+mn-cs"/>
              </a:rPr>
              <a:t>Structural identifiers</a:t>
            </a:r>
            <a:r>
              <a:rPr lang="en" altLang="zh-CN" sz="1200" kern="1200" dirty="0">
                <a:solidFill>
                  <a:schemeClr val="tx1"/>
                </a:solidFill>
                <a:effectLst/>
                <a:latin typeface="+mn-lt"/>
                <a:ea typeface="+mn-ea"/>
                <a:cs typeface="+mn-cs"/>
              </a:rPr>
              <a:t> like SMILES and InChI uniquely define molecular connectivity and composition.</a:t>
            </a:r>
          </a:p>
          <a:p>
            <a:r>
              <a:rPr lang="en" altLang="zh-CN" sz="1200" b="1" kern="1200" dirty="0">
                <a:solidFill>
                  <a:schemeClr val="tx1"/>
                </a:solidFill>
                <a:effectLst/>
                <a:latin typeface="+mn-lt"/>
                <a:ea typeface="+mn-ea"/>
                <a:cs typeface="+mn-cs"/>
              </a:rPr>
              <a:t>Physicochemical descriptors</a:t>
            </a:r>
            <a:r>
              <a:rPr lang="en" altLang="zh-CN" sz="1200" kern="1200" dirty="0">
                <a:solidFill>
                  <a:schemeClr val="tx1"/>
                </a:solidFill>
                <a:effectLst/>
                <a:latin typeface="+mn-lt"/>
                <a:ea typeface="+mn-ea"/>
                <a:cs typeface="+mn-cs"/>
              </a:rPr>
              <a:t>, such as exact mass and TPSA, capture molecular size, steric fit and polarity, which directly affect how the molecule interacts with the surface.</a:t>
            </a:r>
          </a:p>
          <a:p>
            <a:r>
              <a:rPr lang="en" altLang="zh-CN" sz="1200" kern="1200" dirty="0">
                <a:solidFill>
                  <a:schemeClr val="tx1"/>
                </a:solidFill>
                <a:effectLst/>
                <a:latin typeface="+mn-lt"/>
                <a:ea typeface="+mn-ea"/>
                <a:cs typeface="+mn-cs"/>
              </a:rPr>
              <a:t>And </a:t>
            </a:r>
            <a:r>
              <a:rPr lang="en" altLang="zh-CN" sz="1200" b="1" kern="1200" dirty="0">
                <a:solidFill>
                  <a:schemeClr val="tx1"/>
                </a:solidFill>
                <a:effectLst/>
                <a:latin typeface="+mn-lt"/>
                <a:ea typeface="+mn-ea"/>
                <a:cs typeface="+mn-cs"/>
              </a:rPr>
              <a:t>interaction-related counting descriptors</a:t>
            </a:r>
            <a:r>
              <a:rPr lang="en" altLang="zh-CN" sz="1200" kern="1200" dirty="0">
                <a:solidFill>
                  <a:schemeClr val="tx1"/>
                </a:solidFill>
                <a:effectLst/>
                <a:latin typeface="+mn-lt"/>
                <a:ea typeface="+mn-ea"/>
                <a:cs typeface="+mn-cs"/>
              </a:rPr>
              <a:t> – mainly H-bond acceptor/donor sites and rotatable bonds – approximate the number and flexibility of potential binding sites for under-coordinated Pb²⁺ defects.</a:t>
            </a:r>
          </a:p>
        </p:txBody>
      </p:sp>
      <p:sp>
        <p:nvSpPr>
          <p:cNvPr id="4" name="灯片编号占位符 3"/>
          <p:cNvSpPr>
            <a:spLocks noGrp="1"/>
          </p:cNvSpPr>
          <p:nvPr>
            <p:ph type="sldNum" sz="quarter" idx="5"/>
          </p:nvPr>
        </p:nvSpPr>
        <p:spPr/>
        <p:txBody>
          <a:bodyPr/>
          <a:lstStyle/>
          <a:p>
            <a:fld id="{B7924F22-AC36-4F1B-B78D-11CE21608D0F}"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7A2B8-11AD-6D9F-EC69-0A784DCF5E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DE82C4-15CF-E707-D595-7BDB708C2C3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944B12B-6329-190F-F4C9-2E1BCD14EF40}"/>
              </a:ext>
            </a:extLst>
          </p:cNvPr>
          <p:cNvSpPr>
            <a:spLocks noGrp="1"/>
          </p:cNvSpPr>
          <p:nvPr>
            <p:ph type="body" idx="1"/>
          </p:nvPr>
        </p:nvSpPr>
        <p:spPr/>
        <p:txBody>
          <a:bodyPr/>
          <a:lstStyle/>
          <a:p>
            <a:r>
              <a:rPr lang="en" altLang="zh-CN" sz="1200" kern="1200" dirty="0">
                <a:solidFill>
                  <a:schemeClr val="tx1"/>
                </a:solidFill>
                <a:effectLst/>
                <a:latin typeface="+mn-lt"/>
                <a:ea typeface="+mn-ea"/>
                <a:cs typeface="+mn-cs"/>
              </a:rPr>
              <a:t>On this slide, we visualize the feature distribution and design space of our candidate passivation molecules.</a:t>
            </a:r>
          </a:p>
          <a:p>
            <a:r>
              <a:rPr lang="en" altLang="zh-CN" sz="1200" kern="1200" dirty="0">
                <a:solidFill>
                  <a:schemeClr val="tx1"/>
                </a:solidFill>
                <a:effectLst/>
                <a:latin typeface="+mn-lt"/>
                <a:ea typeface="+mn-ea"/>
                <a:cs typeface="+mn-cs"/>
              </a:rPr>
              <a:t>Figure 1 shows molecular size. Most molecules are </a:t>
            </a:r>
            <a:r>
              <a:rPr lang="en" altLang="zh-CN" sz="1200" b="1" kern="1200" dirty="0">
                <a:solidFill>
                  <a:schemeClr val="tx1"/>
                </a:solidFill>
                <a:effectLst/>
                <a:latin typeface="+mn-lt"/>
                <a:ea typeface="+mn-ea"/>
                <a:cs typeface="+mn-cs"/>
              </a:rPr>
              <a:t>small to medium-sized</a:t>
            </a:r>
            <a:r>
              <a:rPr lang="en" altLang="zh-CN" sz="1200" kern="1200" dirty="0">
                <a:solidFill>
                  <a:schemeClr val="tx1"/>
                </a:solidFill>
                <a:effectLst/>
                <a:latin typeface="+mn-lt"/>
                <a:ea typeface="+mn-ea"/>
                <a:cs typeface="+mn-cs"/>
              </a:rPr>
              <a:t>, with exact mass mainly between about </a:t>
            </a:r>
            <a:r>
              <a:rPr lang="en" altLang="zh-CN" sz="1200" b="1" kern="1200" dirty="0">
                <a:solidFill>
                  <a:schemeClr val="tx1"/>
                </a:solidFill>
                <a:effectLst/>
                <a:latin typeface="+mn-lt"/>
                <a:ea typeface="+mn-ea"/>
                <a:cs typeface="+mn-cs"/>
              </a:rPr>
              <a:t>50 and 100 Daltons</a:t>
            </a:r>
            <a:r>
              <a:rPr lang="en" altLang="zh-CN" sz="1200" kern="1200" dirty="0">
                <a:solidFill>
                  <a:schemeClr val="tx1"/>
                </a:solidFill>
                <a:effectLst/>
                <a:latin typeface="+mn-lt"/>
                <a:ea typeface="+mn-ea"/>
                <a:cs typeface="+mn-cs"/>
              </a:rPr>
              <a:t>, which is suitable for forming compact passivation layers.</a:t>
            </a:r>
          </a:p>
          <a:p>
            <a:r>
              <a:rPr lang="en" altLang="zh-CN" sz="1200" kern="1200" dirty="0">
                <a:solidFill>
                  <a:schemeClr val="tx1"/>
                </a:solidFill>
                <a:effectLst/>
                <a:latin typeface="+mn-lt"/>
                <a:ea typeface="+mn-ea"/>
                <a:cs typeface="+mn-cs"/>
              </a:rPr>
              <a:t>Figure 2 shows hydrogen-bond donors and acceptors. Most molecules have </a:t>
            </a:r>
            <a:r>
              <a:rPr lang="en" altLang="zh-CN" sz="1200" b="1" kern="1200" dirty="0">
                <a:solidFill>
                  <a:schemeClr val="tx1"/>
                </a:solidFill>
                <a:effectLst/>
                <a:latin typeface="+mn-lt"/>
                <a:ea typeface="+mn-ea"/>
                <a:cs typeface="+mn-cs"/>
              </a:rPr>
              <a:t>one or two acceptor sites but almost no classical donors</a:t>
            </a:r>
            <a:r>
              <a:rPr lang="en" altLang="zh-CN" sz="1200" kern="1200" dirty="0">
                <a:solidFill>
                  <a:schemeClr val="tx1"/>
                </a:solidFill>
                <a:effectLst/>
                <a:latin typeface="+mn-lt"/>
                <a:ea typeface="+mn-ea"/>
                <a:cs typeface="+mn-cs"/>
              </a:rPr>
              <a:t>, reflecting a design bias towards </a:t>
            </a:r>
            <a:r>
              <a:rPr lang="en" altLang="zh-CN" sz="1200" b="1" kern="1200" dirty="0">
                <a:solidFill>
                  <a:schemeClr val="tx1"/>
                </a:solidFill>
                <a:effectLst/>
                <a:latin typeface="+mn-lt"/>
                <a:ea typeface="+mn-ea"/>
                <a:cs typeface="+mn-cs"/>
              </a:rPr>
              <a:t>neutral Lewis-base ligands</a:t>
            </a:r>
            <a:r>
              <a:rPr lang="en" altLang="zh-CN" sz="1200" kern="1200" dirty="0">
                <a:solidFill>
                  <a:schemeClr val="tx1"/>
                </a:solidFill>
                <a:effectLst/>
                <a:latin typeface="+mn-lt"/>
                <a:ea typeface="+mn-ea"/>
                <a:cs typeface="+mn-cs"/>
              </a:rPr>
              <a:t> that coordinate under-coordinated lead ions without introducing many protic groups.</a:t>
            </a:r>
          </a:p>
          <a:p>
            <a:r>
              <a:rPr lang="en" altLang="zh-CN" sz="1200" kern="1200" dirty="0">
                <a:solidFill>
                  <a:schemeClr val="tx1"/>
                </a:solidFill>
                <a:effectLst/>
                <a:latin typeface="+mn-lt"/>
                <a:ea typeface="+mn-ea"/>
                <a:cs typeface="+mn-cs"/>
              </a:rPr>
              <a:t>Figure 3 plots </a:t>
            </a:r>
            <a:r>
              <a:rPr lang="en" altLang="zh-CN" sz="1200" b="1" kern="1200" dirty="0">
                <a:solidFill>
                  <a:schemeClr val="tx1"/>
                </a:solidFill>
                <a:effectLst/>
                <a:latin typeface="+mn-lt"/>
                <a:ea typeface="+mn-ea"/>
                <a:cs typeface="+mn-cs"/>
              </a:rPr>
              <a:t>exact mass</a:t>
            </a:r>
            <a:r>
              <a:rPr lang="en" altLang="zh-CN" sz="1200" kern="1200" dirty="0">
                <a:solidFill>
                  <a:schemeClr val="tx1"/>
                </a:solidFill>
                <a:effectLst/>
                <a:latin typeface="+mn-lt"/>
                <a:ea typeface="+mn-ea"/>
                <a:cs typeface="+mn-cs"/>
              </a:rPr>
              <a:t> against </a:t>
            </a:r>
            <a:r>
              <a:rPr lang="en" altLang="zh-CN" sz="1200" b="1" kern="1200" dirty="0">
                <a:solidFill>
                  <a:schemeClr val="tx1"/>
                </a:solidFill>
                <a:effectLst/>
                <a:latin typeface="+mn-lt"/>
                <a:ea typeface="+mn-ea"/>
                <a:cs typeface="+mn-cs"/>
              </a:rPr>
              <a:t>topological polar surface area</a:t>
            </a:r>
            <a:r>
              <a:rPr lang="en" altLang="zh-CN" sz="1200" kern="1200" dirty="0">
                <a:solidFill>
                  <a:schemeClr val="tx1"/>
                </a:solidFill>
                <a:effectLst/>
                <a:latin typeface="+mn-lt"/>
                <a:ea typeface="+mn-ea"/>
                <a:cs typeface="+mn-cs"/>
              </a:rPr>
              <a:t>. These axes define a </a:t>
            </a:r>
            <a:r>
              <a:rPr lang="en" altLang="zh-CN" sz="1200" b="1" kern="1200" dirty="0">
                <a:solidFill>
                  <a:schemeClr val="tx1"/>
                </a:solidFill>
                <a:effectLst/>
                <a:latin typeface="+mn-lt"/>
                <a:ea typeface="+mn-ea"/>
                <a:cs typeface="+mn-cs"/>
              </a:rPr>
              <a:t>size–polarity design space</a:t>
            </a:r>
            <a:r>
              <a:rPr lang="en" altLang="zh-CN" sz="1200" kern="1200" dirty="0">
                <a:solidFill>
                  <a:schemeClr val="tx1"/>
                </a:solidFill>
                <a:effectLst/>
                <a:latin typeface="+mn-lt"/>
                <a:ea typeface="+mn-ea"/>
                <a:cs typeface="+mn-cs"/>
              </a:rPr>
              <a:t>. We cover both non-polar and moderately polar molecules across a range of sizes, so the model can learn how binding energy depends on a combination of </a:t>
            </a:r>
            <a:r>
              <a:rPr lang="en" altLang="zh-CN" sz="1200" b="1" kern="1200" dirty="0">
                <a:solidFill>
                  <a:schemeClr val="tx1"/>
                </a:solidFill>
                <a:effectLst/>
                <a:latin typeface="+mn-lt"/>
                <a:ea typeface="+mn-ea"/>
                <a:cs typeface="+mn-cs"/>
              </a:rPr>
              <a:t>contact area and polarity</a:t>
            </a:r>
            <a:r>
              <a:rPr lang="en" altLang="zh-CN" sz="1200" kern="1200" dirty="0">
                <a:solidFill>
                  <a:schemeClr val="tx1"/>
                </a:solidFill>
                <a:effectLst/>
                <a:latin typeface="+mn-lt"/>
                <a:ea typeface="+mn-ea"/>
                <a:cs typeface="+mn-cs"/>
              </a:rPr>
              <a:t> at the perovskite interface.</a:t>
            </a:r>
          </a:p>
          <a:p>
            <a:endParaRPr lang="e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622D87D0-9B18-F08C-2484-86B001C30835}"/>
              </a:ext>
            </a:extLst>
          </p:cNvPr>
          <p:cNvSpPr>
            <a:spLocks noGrp="1"/>
          </p:cNvSpPr>
          <p:nvPr>
            <p:ph type="sldNum" sz="quarter" idx="5"/>
          </p:nvPr>
        </p:nvSpPr>
        <p:spPr/>
        <p:txBody>
          <a:bodyPr/>
          <a:lstStyle/>
          <a:p>
            <a:fld id="{B7924F22-AC36-4F1B-B78D-11CE21608D0F}" type="slidenum">
              <a:rPr lang="en-US" smtClean="0"/>
              <a:t>6</a:t>
            </a:fld>
            <a:endParaRPr lang="en-US"/>
          </a:p>
        </p:txBody>
      </p:sp>
    </p:spTree>
    <p:extLst>
      <p:ext uri="{BB962C8B-B14F-4D97-AF65-F5344CB8AC3E}">
        <p14:creationId xmlns:p14="http://schemas.microsoft.com/office/powerpoint/2010/main" val="20074673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en-HK"/>
          </a:p>
        </p:txBody>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Here I will introduce how we build models to predict the binding energy between the molecule and the perovskite surface.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Our dataset contains classical molecular descriptors. We always use the same split: about fifty percent for training, thirty percent for validation, and twenty percent for testing. This keeps the comparison between models fair.</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First, we build a linear baseline with Ridge regression.</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All numerical features are standardized. Then we apply Ridge, which is just linear regression with L two regularization to reduce overfitting.</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Even with this simple model, we reach a test R squared of about zero point eight.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So a basic linear model already captures most of the variance in binding energy and gives us a strong, stable baseline.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Second, we test a shallow multilayer perceptron.</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network has two hidden layers with </a:t>
            </a:r>
            <a:r>
              <a:rPr lang="en-US" altLang="zh-CN" sz="1200" kern="1200" dirty="0" err="1">
                <a:solidFill>
                  <a:schemeClr val="tx1"/>
                </a:solidFill>
                <a:effectLst/>
                <a:latin typeface="+mn-lt"/>
                <a:ea typeface="+mn-ea"/>
                <a:cs typeface="+mn-cs"/>
              </a:rPr>
              <a:t>ReLU</a:t>
            </a:r>
            <a:r>
              <a:rPr lang="en-US" altLang="zh-CN" sz="1200" kern="1200" dirty="0">
                <a:solidFill>
                  <a:schemeClr val="tx1"/>
                </a:solidFill>
                <a:effectLst/>
                <a:latin typeface="+mn-lt"/>
                <a:ea typeface="+mn-ea"/>
                <a:cs typeface="+mn-cs"/>
              </a:rPr>
              <a:t> activation and is trained with the Adam optimizer.</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On the test set, the MLP reaches an R squared of around zero point seven eight, which is slightly below Ridge, and during training we can see clear overfitting.</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This suggests that, with our data size, simply adding more nonlinearity does not automatically improve performance.</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B7924F22-AC36-4F1B-B78D-11CE21608D0F}"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B7005-5889-9BBD-6A83-BE818300AF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580A9B-E1E9-8270-0163-A2EA764D988B}"/>
              </a:ext>
            </a:extLst>
          </p:cNvPr>
          <p:cNvSpPr>
            <a:spLocks noGrp="1" noRot="1" noChangeAspect="1"/>
          </p:cNvSpPr>
          <p:nvPr>
            <p:ph type="sldImg"/>
          </p:nvPr>
        </p:nvSpPr>
        <p:spPr/>
        <p:txBody>
          <a:bodyPr/>
          <a:lstStyle/>
          <a:p>
            <a:endParaRPr lang="en-HK"/>
          </a:p>
        </p:txBody>
      </p:sp>
      <p:sp>
        <p:nvSpPr>
          <p:cNvPr id="3" name="备注占位符 2">
            <a:extLst>
              <a:ext uri="{FF2B5EF4-FFF2-40B4-BE49-F238E27FC236}">
                <a16:creationId xmlns:a16="http://schemas.microsoft.com/office/drawing/2014/main" id="{02E5A3B6-4F13-FDB4-255B-B00686F7A870}"/>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we then move to Random Forest regression model, with about one hundred decision trees, using bootstrapping and random feature subsets at each split.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Random Forest can capture complex non-linear interactions between molecular features and binding energy, but in our case it is unstable, with a higher mean squared error.</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Because of this, we then switch to </a:t>
            </a:r>
            <a:r>
              <a:rPr lang="en-US" altLang="zh-CN" sz="1200" kern="1200" dirty="0" err="1">
                <a:solidFill>
                  <a:schemeClr val="tx1"/>
                </a:solidFill>
                <a:effectLst/>
                <a:latin typeface="+mn-lt"/>
                <a:ea typeface="+mn-ea"/>
                <a:cs typeface="+mn-cs"/>
              </a:rPr>
              <a:t>XGBoost</a:t>
            </a:r>
            <a:r>
              <a:rPr lang="en-US" altLang="zh-CN" sz="1200" kern="1200" dirty="0">
                <a:solidFill>
                  <a:schemeClr val="tx1"/>
                </a:solidFill>
                <a:effectLst/>
                <a:latin typeface="+mn-lt"/>
                <a:ea typeface="+mn-ea"/>
                <a:cs typeface="+mn-cs"/>
              </a:rPr>
              <a:t>, that builds trees sequentially to correct residual errors.it can gives more consistent feature importance.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So </a:t>
            </a:r>
            <a:r>
              <a:rPr lang="en-US" altLang="zh-CN" sz="1200" kern="1200" dirty="0" err="1">
                <a:solidFill>
                  <a:schemeClr val="tx1"/>
                </a:solidFill>
                <a:effectLst/>
                <a:latin typeface="+mn-lt"/>
                <a:ea typeface="+mn-ea"/>
                <a:cs typeface="+mn-cs"/>
              </a:rPr>
              <a:t>XGboost</a:t>
            </a:r>
            <a:r>
              <a:rPr lang="en-US" altLang="zh-CN" sz="1200" kern="1200" dirty="0">
                <a:solidFill>
                  <a:schemeClr val="tx1"/>
                </a:solidFill>
                <a:effectLst/>
                <a:latin typeface="+mn-lt"/>
                <a:ea typeface="+mn-ea"/>
                <a:cs typeface="+mn-cs"/>
              </a:rPr>
              <a:t> reach a test R squared of around zero point nine five, and shows that ensemble tree methods is effective choice for this binding energy prediction task.</a:t>
            </a:r>
            <a:endParaRPr lang="zh-CN" altLang="zh-CN" sz="1200" kern="1200" dirty="0">
              <a:solidFill>
                <a:schemeClr val="tx1"/>
              </a:solidFill>
              <a:effectLst/>
              <a:latin typeface="+mn-lt"/>
              <a:ea typeface="+mn-ea"/>
              <a:cs typeface="+mn-cs"/>
            </a:endParaRPr>
          </a:p>
          <a:p>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3C7D36F1-16FF-18D4-A681-B3E2341FB194}"/>
              </a:ext>
            </a:extLst>
          </p:cNvPr>
          <p:cNvSpPr>
            <a:spLocks noGrp="1"/>
          </p:cNvSpPr>
          <p:nvPr>
            <p:ph type="sldNum" sz="quarter" idx="5"/>
          </p:nvPr>
        </p:nvSpPr>
        <p:spPr/>
        <p:txBody>
          <a:bodyPr/>
          <a:lstStyle/>
          <a:p>
            <a:fld id="{B7924F22-AC36-4F1B-B78D-11CE21608D0F}" type="slidenum">
              <a:rPr lang="en-US" smtClean="0"/>
              <a:t>8</a:t>
            </a:fld>
            <a:endParaRPr lang="en-US"/>
          </a:p>
        </p:txBody>
      </p:sp>
    </p:spTree>
    <p:extLst>
      <p:ext uri="{BB962C8B-B14F-4D97-AF65-F5344CB8AC3E}">
        <p14:creationId xmlns:p14="http://schemas.microsoft.com/office/powerpoint/2010/main" val="17903838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639B0-939D-B770-82F9-534A9EE57A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A297349-A3B9-6532-4AE3-9C81E6539840}"/>
              </a:ext>
            </a:extLst>
          </p:cNvPr>
          <p:cNvSpPr>
            <a:spLocks noGrp="1" noRot="1" noChangeAspect="1"/>
          </p:cNvSpPr>
          <p:nvPr>
            <p:ph type="sldImg"/>
          </p:nvPr>
        </p:nvSpPr>
        <p:spPr/>
        <p:txBody>
          <a:bodyPr/>
          <a:lstStyle/>
          <a:p>
            <a:endParaRPr lang="en-HK"/>
          </a:p>
        </p:txBody>
      </p:sp>
      <p:sp>
        <p:nvSpPr>
          <p:cNvPr id="3" name="备注占位符 2">
            <a:extLst>
              <a:ext uri="{FF2B5EF4-FFF2-40B4-BE49-F238E27FC236}">
                <a16:creationId xmlns:a16="http://schemas.microsoft.com/office/drawing/2014/main" id="{BB840C73-214C-2CEC-1632-299076582006}"/>
              </a:ext>
            </a:extLst>
          </p:cNvPr>
          <p:cNvSpPr>
            <a:spLocks noGrp="1"/>
          </p:cNvSpPr>
          <p:nvPr>
            <p:ph type="body" idx="1"/>
          </p:nvPr>
        </p:nvSpPr>
        <p:spPr/>
        <p:txBody>
          <a:bodyPr/>
          <a:lstStyle/>
          <a:p>
            <a:pPr rtl="0" fontAlgn="base"/>
            <a:r>
              <a:rPr lang="en-US" altLang="zh-CN" sz="1800" b="0" i="0" u="none" strike="noStrike" kern="1200" dirty="0">
                <a:solidFill>
                  <a:schemeClr val="tx1"/>
                </a:solidFill>
                <a:effectLst/>
                <a:latin typeface="+mn-lt"/>
                <a:ea typeface="+mn-ea"/>
                <a:cs typeface="+mn-cs"/>
              </a:rPr>
              <a:t>In this task, four machine learning models were trained and systematically compared on a test set using four evaluation metrics on the left.</a:t>
            </a:r>
            <a:r>
              <a:rPr lang="en-US" altLang="zh-CN" sz="1800" b="0" i="0" kern="1200" dirty="0">
                <a:solidFill>
                  <a:schemeClr val="tx1"/>
                </a:solidFill>
                <a:effectLst/>
                <a:latin typeface="+mn-lt"/>
                <a:ea typeface="+mn-ea"/>
                <a:cs typeface="+mn-cs"/>
              </a:rPr>
              <a:t>​</a:t>
            </a:r>
            <a:br>
              <a:rPr lang="en-US" altLang="zh-CN" sz="1800" b="0" i="0" kern="1200" dirty="0">
                <a:solidFill>
                  <a:schemeClr val="tx1"/>
                </a:solidFill>
                <a:effectLst/>
                <a:latin typeface="+mn-lt"/>
                <a:ea typeface="+mn-ea"/>
                <a:cs typeface="+mn-cs"/>
              </a:rPr>
            </a:br>
            <a:r>
              <a:rPr lang="en-US" altLang="zh-CN" sz="1800" b="0" i="0" kern="1200" dirty="0">
                <a:solidFill>
                  <a:schemeClr val="tx1"/>
                </a:solidFill>
                <a:effectLst/>
                <a:latin typeface="+mn-lt"/>
                <a:ea typeface="+mn-ea"/>
                <a:cs typeface="+mn-cs"/>
              </a:rPr>
              <a:t>​</a:t>
            </a:r>
          </a:p>
          <a:p>
            <a:pPr rtl="0" fontAlgn="base"/>
            <a:r>
              <a:rPr lang="en-US" altLang="zh-CN" sz="1800" b="0" i="0" u="none" strike="noStrike" kern="1200" dirty="0">
                <a:solidFill>
                  <a:schemeClr val="tx1"/>
                </a:solidFill>
                <a:effectLst/>
                <a:latin typeface="+mn-lt"/>
                <a:ea typeface="+mn-ea"/>
                <a:cs typeface="+mn-cs"/>
              </a:rPr>
              <a:t>Results reveal a clear hierarchy. </a:t>
            </a:r>
            <a:r>
              <a:rPr lang="en-US" altLang="zh-CN" sz="1800" b="0" i="0" u="none" strike="noStrike" kern="1200" dirty="0" err="1">
                <a:solidFill>
                  <a:schemeClr val="tx1"/>
                </a:solidFill>
                <a:effectLst/>
                <a:latin typeface="+mn-lt"/>
                <a:ea typeface="+mn-ea"/>
                <a:cs typeface="+mn-cs"/>
              </a:rPr>
              <a:t>XGBoost</a:t>
            </a:r>
            <a:r>
              <a:rPr lang="en-US" altLang="zh-CN" sz="1800" b="0" i="0" u="none" strike="noStrike" kern="1200" dirty="0">
                <a:solidFill>
                  <a:schemeClr val="tx1"/>
                </a:solidFill>
                <a:effectLst/>
                <a:latin typeface="+mn-lt"/>
                <a:ea typeface="+mn-ea"/>
                <a:cs typeface="+mn-cs"/>
              </a:rPr>
              <a:t> led with superior performance, showing excellent accuracy and generalization by capturing 95% of target energy variance. Random Forest ranked second with double errors.</a:t>
            </a:r>
            <a:r>
              <a:rPr lang="en-US" altLang="zh-CN" sz="1800" b="0" i="0" kern="1200" dirty="0">
                <a:solidFill>
                  <a:schemeClr val="tx1"/>
                </a:solidFill>
                <a:effectLst/>
                <a:latin typeface="+mn-lt"/>
                <a:ea typeface="+mn-ea"/>
                <a:cs typeface="+mn-cs"/>
              </a:rPr>
              <a:t>​</a:t>
            </a:r>
            <a:br>
              <a:rPr lang="en-US" altLang="zh-CN" sz="1800" b="0" i="0" kern="1200" dirty="0">
                <a:solidFill>
                  <a:schemeClr val="tx1"/>
                </a:solidFill>
                <a:effectLst/>
                <a:latin typeface="+mn-lt"/>
                <a:ea typeface="+mn-ea"/>
                <a:cs typeface="+mn-cs"/>
              </a:rPr>
            </a:br>
            <a:r>
              <a:rPr lang="en-US" altLang="zh-CN" sz="1800" b="0" i="0" kern="1200" dirty="0">
                <a:solidFill>
                  <a:schemeClr val="tx1"/>
                </a:solidFill>
                <a:effectLst/>
                <a:latin typeface="+mn-lt"/>
                <a:ea typeface="+mn-ea"/>
                <a:cs typeface="+mn-cs"/>
              </a:rPr>
              <a:t>​</a:t>
            </a:r>
          </a:p>
          <a:p>
            <a:pPr rtl="0" fontAlgn="base"/>
            <a:r>
              <a:rPr lang="en-US" altLang="zh-CN" sz="1800" b="0" i="0" u="none" strike="noStrike" kern="1200" dirty="0">
                <a:solidFill>
                  <a:schemeClr val="tx1"/>
                </a:solidFill>
                <a:effectLst/>
                <a:latin typeface="+mn-lt"/>
                <a:ea typeface="+mn-ea"/>
                <a:cs typeface="+mn-cs"/>
              </a:rPr>
              <a:t>Ridge regression underperformed, confirming non-linear molecular feature-energy relationships unsuited to linear models. Surprisingly, MLP ranked last, maybe due to shallow depth and poor hyperparameters.</a:t>
            </a:r>
            <a:r>
              <a:rPr lang="en-US" altLang="zh-CN" sz="1800" b="0" i="0" kern="1200" dirty="0">
                <a:solidFill>
                  <a:schemeClr val="tx1"/>
                </a:solidFill>
                <a:effectLst/>
                <a:latin typeface="+mn-lt"/>
                <a:ea typeface="+mn-ea"/>
                <a:cs typeface="+mn-cs"/>
              </a:rPr>
              <a:t>​</a:t>
            </a:r>
            <a:br>
              <a:rPr lang="en-US" altLang="zh-CN" sz="1800" b="0" i="0" kern="1200" dirty="0">
                <a:solidFill>
                  <a:schemeClr val="tx1"/>
                </a:solidFill>
                <a:effectLst/>
                <a:latin typeface="+mn-lt"/>
                <a:ea typeface="+mn-ea"/>
                <a:cs typeface="+mn-cs"/>
              </a:rPr>
            </a:br>
            <a:r>
              <a:rPr lang="en-US" altLang="zh-CN" sz="1800" b="0" i="0" kern="1200" dirty="0">
                <a:solidFill>
                  <a:schemeClr val="tx1"/>
                </a:solidFill>
                <a:effectLst/>
                <a:latin typeface="+mn-lt"/>
                <a:ea typeface="+mn-ea"/>
                <a:cs typeface="+mn-cs"/>
              </a:rPr>
              <a:t>​</a:t>
            </a:r>
          </a:p>
          <a:p>
            <a:pPr rtl="0" fontAlgn="base"/>
            <a:r>
              <a:rPr lang="en-US" altLang="zh-CN" sz="1800" b="0" i="0" u="none" strike="noStrike" kern="1200" dirty="0">
                <a:solidFill>
                  <a:schemeClr val="tx1"/>
                </a:solidFill>
                <a:effectLst/>
                <a:latin typeface="+mn-lt"/>
                <a:ea typeface="+mn-ea"/>
                <a:cs typeface="+mn-cs"/>
              </a:rPr>
              <a:t>The task aims to link multi-dimensional structural parameters from molecular data to binding energies. For max accuracy in high-throughput screening, </a:t>
            </a:r>
            <a:r>
              <a:rPr lang="en-US" altLang="zh-CN" sz="1800" b="0" i="0" u="none" strike="noStrike" kern="1200" dirty="0" err="1">
                <a:solidFill>
                  <a:schemeClr val="tx1"/>
                </a:solidFill>
                <a:effectLst/>
                <a:latin typeface="+mn-lt"/>
                <a:ea typeface="+mn-ea"/>
                <a:cs typeface="+mn-cs"/>
              </a:rPr>
              <a:t>XGBoost</a:t>
            </a:r>
            <a:r>
              <a:rPr lang="en-US" altLang="zh-CN" sz="1800" b="0" i="0" u="none" strike="noStrike" kern="1200" dirty="0">
                <a:solidFill>
                  <a:schemeClr val="tx1"/>
                </a:solidFill>
                <a:effectLst/>
                <a:latin typeface="+mn-lt"/>
                <a:ea typeface="+mn-ea"/>
                <a:cs typeface="+mn-cs"/>
              </a:rPr>
              <a:t> and Random Forest offers robust and solid results. Ridge Regression provides interpretability and linear trends for design guidance, while MLP is not recommended.</a:t>
            </a:r>
            <a:r>
              <a:rPr lang="en-US" altLang="zh-CN" sz="1800" b="0" i="0" kern="1200" dirty="0">
                <a:solidFill>
                  <a:schemeClr val="tx1"/>
                </a:solidFill>
                <a:effectLst/>
                <a:latin typeface="+mn-lt"/>
                <a:ea typeface="+mn-ea"/>
                <a:cs typeface="+mn-cs"/>
              </a:rPr>
              <a:t>​</a:t>
            </a:r>
          </a:p>
          <a:p>
            <a:pPr rtl="0" fontAlgn="base"/>
            <a:r>
              <a:rPr lang="en-US" altLang="zh-CN" sz="1800" b="0" i="0" u="none" strike="noStrike" kern="1200" dirty="0">
                <a:solidFill>
                  <a:schemeClr val="tx1"/>
                </a:solidFill>
                <a:effectLst/>
                <a:latin typeface="+mn-lt"/>
                <a:ea typeface="+mn-ea"/>
                <a:cs typeface="+mn-cs"/>
              </a:rPr>
              <a:t> </a:t>
            </a:r>
            <a:r>
              <a:rPr lang="en-US" altLang="zh-CN" sz="1800" b="0" i="0" kern="1200" dirty="0">
                <a:solidFill>
                  <a:schemeClr val="tx1"/>
                </a:solidFill>
                <a:effectLst/>
                <a:latin typeface="+mn-lt"/>
                <a:ea typeface="+mn-ea"/>
                <a:cs typeface="+mn-cs"/>
              </a:rPr>
              <a:t>​</a:t>
            </a:r>
          </a:p>
          <a:p>
            <a:pPr rtl="0" fontAlgn="base"/>
            <a:r>
              <a:rPr lang="en-US" altLang="zh-CN" sz="1800" b="0" i="0" u="none" strike="noStrike" kern="1200" dirty="0">
                <a:solidFill>
                  <a:schemeClr val="tx1"/>
                </a:solidFill>
                <a:effectLst/>
                <a:latin typeface="+mn-lt"/>
                <a:ea typeface="+mn-ea"/>
                <a:cs typeface="+mn-cs"/>
              </a:rPr>
              <a:t>As for deployment, we could combine the </a:t>
            </a:r>
            <a:r>
              <a:rPr lang="en-US" altLang="zh-CN" sz="1800" b="0" i="0" u="none" strike="noStrike" kern="1200" dirty="0" err="1">
                <a:solidFill>
                  <a:schemeClr val="tx1"/>
                </a:solidFill>
                <a:effectLst/>
                <a:latin typeface="+mn-lt"/>
                <a:ea typeface="+mn-ea"/>
                <a:cs typeface="+mn-cs"/>
              </a:rPr>
              <a:t>XGBoost</a:t>
            </a:r>
            <a:r>
              <a:rPr lang="en-US" altLang="zh-CN" sz="1800" b="0" i="0" u="none" strike="noStrike" kern="1200" dirty="0">
                <a:solidFill>
                  <a:schemeClr val="tx1"/>
                </a:solidFill>
                <a:effectLst/>
                <a:latin typeface="+mn-lt"/>
                <a:ea typeface="+mn-ea"/>
                <a:cs typeface="+mn-cs"/>
              </a:rPr>
              <a:t> for precision and Ridge Regression for insights, balancing accuracy and chemistry in molecular discovery workflows.</a:t>
            </a:r>
            <a:r>
              <a:rPr lang="en-US" altLang="zh-CN" sz="1800" b="0" i="0" kern="1200" dirty="0">
                <a:solidFill>
                  <a:schemeClr val="tx1"/>
                </a:solidFill>
                <a:effectLst/>
                <a:latin typeface="+mn-lt"/>
                <a:ea typeface="+mn-ea"/>
                <a:cs typeface="+mn-cs"/>
              </a:rPr>
              <a:t>​</a:t>
            </a:r>
          </a:p>
        </p:txBody>
      </p:sp>
      <p:sp>
        <p:nvSpPr>
          <p:cNvPr id="4" name="灯片编号占位符 3">
            <a:extLst>
              <a:ext uri="{FF2B5EF4-FFF2-40B4-BE49-F238E27FC236}">
                <a16:creationId xmlns:a16="http://schemas.microsoft.com/office/drawing/2014/main" id="{2D9D990A-8DCC-DC4B-41A0-D976FA52B194}"/>
              </a:ext>
            </a:extLst>
          </p:cNvPr>
          <p:cNvSpPr>
            <a:spLocks noGrp="1"/>
          </p:cNvSpPr>
          <p:nvPr>
            <p:ph type="sldNum" sz="quarter" idx="5"/>
          </p:nvPr>
        </p:nvSpPr>
        <p:spPr/>
        <p:txBody>
          <a:bodyPr/>
          <a:lstStyle/>
          <a:p>
            <a:fld id="{B7924F22-AC36-4F1B-B78D-11CE21608D0F}" type="slidenum">
              <a:rPr lang="en-US" smtClean="0"/>
              <a:t>9</a:t>
            </a:fld>
            <a:endParaRPr lang="en-US"/>
          </a:p>
        </p:txBody>
      </p:sp>
    </p:spTree>
    <p:extLst>
      <p:ext uri="{BB962C8B-B14F-4D97-AF65-F5344CB8AC3E}">
        <p14:creationId xmlns:p14="http://schemas.microsoft.com/office/powerpoint/2010/main" val="18852594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D91A4-A9AD-A49E-AE97-10D0BEAB7A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3E722D-C298-E416-AA1D-7882CE7D4F8F}"/>
              </a:ext>
            </a:extLst>
          </p:cNvPr>
          <p:cNvSpPr>
            <a:spLocks noGrp="1" noRot="1" noChangeAspect="1"/>
          </p:cNvSpPr>
          <p:nvPr>
            <p:ph type="sldImg"/>
          </p:nvPr>
        </p:nvSpPr>
        <p:spPr/>
        <p:txBody>
          <a:bodyPr/>
          <a:lstStyle/>
          <a:p>
            <a:endParaRPr lang="en-HK"/>
          </a:p>
        </p:txBody>
      </p:sp>
      <p:sp>
        <p:nvSpPr>
          <p:cNvPr id="3" name="备注占位符 2">
            <a:extLst>
              <a:ext uri="{FF2B5EF4-FFF2-40B4-BE49-F238E27FC236}">
                <a16:creationId xmlns:a16="http://schemas.microsoft.com/office/drawing/2014/main" id="{7B9A246B-68E3-355F-DDF5-CA0B8FAA5648}"/>
              </a:ext>
            </a:extLst>
          </p:cNvPr>
          <p:cNvSpPr>
            <a:spLocks noGrp="1"/>
          </p:cNvSpPr>
          <p:nvPr>
            <p:ph type="body" idx="1"/>
          </p:nvPr>
        </p:nvSpPr>
        <p:spPr/>
        <p:txBody>
          <a:bodyPr/>
          <a:lstStyle/>
          <a:p>
            <a:pPr rtl="0" fontAlgn="base"/>
            <a:r>
              <a:rPr lang="en-US" altLang="zh-CN" sz="1800" b="0" i="0" u="none" strike="noStrike" kern="1200" dirty="0">
                <a:solidFill>
                  <a:schemeClr val="tx1"/>
                </a:solidFill>
                <a:effectLst/>
                <a:latin typeface="+mn-lt"/>
                <a:ea typeface="+mn-ea"/>
                <a:cs typeface="+mn-cs"/>
              </a:rPr>
              <a:t>We further analyzed the relationship between features in molecular structure data and binding energy. </a:t>
            </a:r>
            <a:r>
              <a:rPr lang="zh-CN" altLang="zh-CN" sz="1800" b="0" i="0" kern="1200" dirty="0">
                <a:solidFill>
                  <a:schemeClr val="tx1"/>
                </a:solidFill>
                <a:effectLst/>
                <a:latin typeface="+mn-lt"/>
                <a:ea typeface="+mn-ea"/>
                <a:cs typeface="+mn-cs"/>
              </a:rPr>
              <a:t>​</a:t>
            </a:r>
          </a:p>
          <a:p>
            <a:pPr rtl="0" fontAlgn="base"/>
            <a:r>
              <a:rPr lang="en-US" altLang="zh-CN" sz="1800" b="0" i="0" kern="1200" dirty="0">
                <a:solidFill>
                  <a:schemeClr val="tx1"/>
                </a:solidFill>
                <a:effectLst/>
                <a:latin typeface="+mn-lt"/>
                <a:ea typeface="+mn-ea"/>
                <a:cs typeface="+mn-cs"/>
              </a:rPr>
              <a:t>​</a:t>
            </a:r>
          </a:p>
          <a:p>
            <a:pPr rtl="0" fontAlgn="base"/>
            <a:r>
              <a:rPr lang="en-US" altLang="zh-CN" sz="1800" b="0" i="0" u="none" strike="noStrike" kern="1200" dirty="0">
                <a:solidFill>
                  <a:schemeClr val="tx1"/>
                </a:solidFill>
                <a:effectLst/>
                <a:latin typeface="+mn-lt"/>
                <a:ea typeface="+mn-ea"/>
                <a:cs typeface="+mn-cs"/>
              </a:rPr>
              <a:t>Molecular size dominates as the strongest positive driver, followed by the number of hydrogen bond acceptors and compound complexity. This indicates that larger molecules rich in acceptor sites are conducive to forming lower binding energies. </a:t>
            </a:r>
            <a:r>
              <a:rPr lang="zh-CN" altLang="zh-CN" sz="1800" b="0" i="0" kern="1200" dirty="0">
                <a:solidFill>
                  <a:schemeClr val="tx1"/>
                </a:solidFill>
                <a:effectLst/>
                <a:latin typeface="+mn-lt"/>
                <a:ea typeface="+mn-ea"/>
                <a:cs typeface="+mn-cs"/>
              </a:rPr>
              <a:t>​</a:t>
            </a:r>
          </a:p>
          <a:p>
            <a:pPr rtl="0" fontAlgn="base"/>
            <a:r>
              <a:rPr lang="en-US" altLang="zh-CN" sz="1800" b="0" i="0" kern="1200" dirty="0">
                <a:solidFill>
                  <a:schemeClr val="tx1"/>
                </a:solidFill>
                <a:effectLst/>
                <a:latin typeface="+mn-lt"/>
                <a:ea typeface="+mn-ea"/>
                <a:cs typeface="+mn-cs"/>
              </a:rPr>
              <a:t>​</a:t>
            </a:r>
          </a:p>
          <a:p>
            <a:pPr rtl="0" fontAlgn="base"/>
            <a:r>
              <a:rPr lang="en-US" altLang="zh-CN" sz="1800" b="0" i="0" u="none" strike="noStrike" kern="1200" dirty="0">
                <a:solidFill>
                  <a:schemeClr val="tx1"/>
                </a:solidFill>
                <a:effectLst/>
                <a:latin typeface="+mn-lt"/>
                <a:ea typeface="+mn-ea"/>
                <a:cs typeface="+mn-cs"/>
              </a:rPr>
              <a:t>Hydrogen bond donors and heavy atom count rank higher among negatively correlated features, suggesting that molecules with these characteristics are unsuitable for use as molecular passivation materials. </a:t>
            </a:r>
            <a:r>
              <a:rPr lang="zh-CN" altLang="zh-CN" sz="1800" b="0" i="0" kern="1200" dirty="0">
                <a:solidFill>
                  <a:schemeClr val="tx1"/>
                </a:solidFill>
                <a:effectLst/>
                <a:latin typeface="+mn-lt"/>
                <a:ea typeface="+mn-ea"/>
                <a:cs typeface="+mn-cs"/>
              </a:rPr>
              <a:t>​</a:t>
            </a:r>
          </a:p>
          <a:p>
            <a:pPr rtl="0" fontAlgn="base"/>
            <a:r>
              <a:rPr lang="en-US" altLang="zh-CN" sz="1800" b="0" i="0" kern="1200" dirty="0">
                <a:solidFill>
                  <a:schemeClr val="tx1"/>
                </a:solidFill>
                <a:effectLst/>
                <a:latin typeface="+mn-lt"/>
                <a:ea typeface="+mn-ea"/>
                <a:cs typeface="+mn-cs"/>
              </a:rPr>
              <a:t>​</a:t>
            </a:r>
          </a:p>
          <a:p>
            <a:pPr rtl="0" fontAlgn="base"/>
            <a:r>
              <a:rPr lang="en-US" altLang="zh-CN" sz="1800" b="0" i="0" u="none" strike="noStrike" kern="1200" dirty="0">
                <a:solidFill>
                  <a:schemeClr val="tx1"/>
                </a:solidFill>
                <a:effectLst/>
                <a:latin typeface="+mn-lt"/>
                <a:ea typeface="+mn-ea"/>
                <a:cs typeface="+mn-cs"/>
              </a:rPr>
              <a:t>Most other common descriptors—such as aromatic proportion and rotatable bonds—show coefficients close to zero after accounting for size and acceptor count, providing almost no additional explanatory power. </a:t>
            </a:r>
            <a:r>
              <a:rPr lang="en-US" altLang="zh-CN" sz="1800" b="0" i="0" kern="1200" dirty="0">
                <a:solidFill>
                  <a:schemeClr val="tx1"/>
                </a:solidFill>
                <a:effectLst/>
                <a:latin typeface="+mn-lt"/>
                <a:ea typeface="+mn-ea"/>
                <a:cs typeface="+mn-cs"/>
              </a:rPr>
              <a:t>​</a:t>
            </a:r>
          </a:p>
          <a:p>
            <a:pPr rtl="0" fontAlgn="base"/>
            <a:r>
              <a:rPr lang="en-US" altLang="zh-CN" sz="1800" b="0" i="0" kern="1200" dirty="0">
                <a:solidFill>
                  <a:schemeClr val="tx1"/>
                </a:solidFill>
                <a:effectLst/>
                <a:latin typeface="+mn-lt"/>
                <a:ea typeface="+mn-ea"/>
                <a:cs typeface="+mn-cs"/>
              </a:rPr>
              <a:t>​</a:t>
            </a:r>
          </a:p>
          <a:p>
            <a:pPr rtl="0" fontAlgn="base"/>
            <a:r>
              <a:rPr lang="en-US" altLang="zh-CN" sz="1800" b="0" i="0" u="none" strike="noStrike" kern="1200" dirty="0">
                <a:solidFill>
                  <a:schemeClr val="tx1"/>
                </a:solidFill>
                <a:effectLst/>
                <a:latin typeface="+mn-lt"/>
                <a:ea typeface="+mn-ea"/>
                <a:cs typeface="+mn-cs"/>
              </a:rPr>
              <a:t>Based on this, we can infer that, according to the training results of the existing model, we should employ molecules with more complex structures and more hydrogen bond acceptors as passivation materials in experiments.</a:t>
            </a:r>
            <a:r>
              <a:rPr lang="zh-CN" altLang="zh-CN" sz="1800" b="0" i="0" kern="1200" dirty="0">
                <a:solidFill>
                  <a:schemeClr val="tx1"/>
                </a:solidFill>
                <a:effectLst/>
                <a:latin typeface="+mn-lt"/>
                <a:ea typeface="+mn-ea"/>
                <a:cs typeface="+mn-cs"/>
              </a:rPr>
              <a:t>​</a:t>
            </a:r>
          </a:p>
        </p:txBody>
      </p:sp>
      <p:sp>
        <p:nvSpPr>
          <p:cNvPr id="4" name="灯片编号占位符 3">
            <a:extLst>
              <a:ext uri="{FF2B5EF4-FFF2-40B4-BE49-F238E27FC236}">
                <a16:creationId xmlns:a16="http://schemas.microsoft.com/office/drawing/2014/main" id="{BFE8C163-6A4C-D48A-CF98-E56143B1F212}"/>
              </a:ext>
            </a:extLst>
          </p:cNvPr>
          <p:cNvSpPr>
            <a:spLocks noGrp="1"/>
          </p:cNvSpPr>
          <p:nvPr>
            <p:ph type="sldNum" sz="quarter" idx="5"/>
          </p:nvPr>
        </p:nvSpPr>
        <p:spPr/>
        <p:txBody>
          <a:bodyPr/>
          <a:lstStyle/>
          <a:p>
            <a:fld id="{B7924F22-AC36-4F1B-B78D-11CE21608D0F}" type="slidenum">
              <a:rPr lang="en-US" smtClean="0"/>
              <a:t>10</a:t>
            </a:fld>
            <a:endParaRPr lang="en-US"/>
          </a:p>
        </p:txBody>
      </p:sp>
    </p:spTree>
    <p:extLst>
      <p:ext uri="{BB962C8B-B14F-4D97-AF65-F5344CB8AC3E}">
        <p14:creationId xmlns:p14="http://schemas.microsoft.com/office/powerpoint/2010/main" val="17196174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06CC3-ECAD-F791-AC29-5EDFF683BD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118826-D586-FB4F-0447-5796F95D9827}"/>
              </a:ext>
            </a:extLst>
          </p:cNvPr>
          <p:cNvSpPr>
            <a:spLocks noGrp="1" noRot="1" noChangeAspect="1"/>
          </p:cNvSpPr>
          <p:nvPr>
            <p:ph type="sldImg"/>
          </p:nvPr>
        </p:nvSpPr>
        <p:spPr/>
        <p:txBody>
          <a:bodyPr/>
          <a:lstStyle/>
          <a:p>
            <a:endParaRPr lang="en-HK"/>
          </a:p>
        </p:txBody>
      </p:sp>
      <p:sp>
        <p:nvSpPr>
          <p:cNvPr id="3" name="备注占位符 2">
            <a:extLst>
              <a:ext uri="{FF2B5EF4-FFF2-40B4-BE49-F238E27FC236}">
                <a16:creationId xmlns:a16="http://schemas.microsoft.com/office/drawing/2014/main" id="{2128AC5E-3353-775E-2EFF-1D3C67C7B8CE}"/>
              </a:ext>
            </a:extLst>
          </p:cNvPr>
          <p:cNvSpPr>
            <a:spLocks noGrp="1"/>
          </p:cNvSpPr>
          <p:nvPr>
            <p:ph type="body" idx="1"/>
          </p:nvPr>
        </p:nvSpPr>
        <p:spPr/>
        <p:txBody>
          <a:bodyPr/>
          <a:lstStyle/>
          <a:p>
            <a:endParaRPr lang="en-US" altLang="zh-CN" sz="1800" dirty="0"/>
          </a:p>
        </p:txBody>
      </p:sp>
      <p:sp>
        <p:nvSpPr>
          <p:cNvPr id="4" name="灯片编号占位符 3">
            <a:extLst>
              <a:ext uri="{FF2B5EF4-FFF2-40B4-BE49-F238E27FC236}">
                <a16:creationId xmlns:a16="http://schemas.microsoft.com/office/drawing/2014/main" id="{A71E646B-82D3-7B8E-47B8-306771C8BE6F}"/>
              </a:ext>
            </a:extLst>
          </p:cNvPr>
          <p:cNvSpPr>
            <a:spLocks noGrp="1"/>
          </p:cNvSpPr>
          <p:nvPr>
            <p:ph type="sldNum" sz="quarter" idx="5"/>
          </p:nvPr>
        </p:nvSpPr>
        <p:spPr/>
        <p:txBody>
          <a:bodyPr/>
          <a:lstStyle/>
          <a:p>
            <a:fld id="{B7924F22-AC36-4F1B-B78D-11CE21608D0F}" type="slidenum">
              <a:rPr lang="en-US" smtClean="0"/>
              <a:t>11</a:t>
            </a:fld>
            <a:endParaRPr lang="en-US"/>
          </a:p>
        </p:txBody>
      </p:sp>
    </p:spTree>
    <p:extLst>
      <p:ext uri="{BB962C8B-B14F-4D97-AF65-F5344CB8AC3E}">
        <p14:creationId xmlns:p14="http://schemas.microsoft.com/office/powerpoint/2010/main" val="20674653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25873">
              <a:srgbClr val="FFFFFF"/>
            </a:gs>
            <a:gs pos="100000">
              <a:srgbClr val="FFB100"/>
            </a:gs>
            <a:gs pos="49000">
              <a:srgbClr val="FFFFFF"/>
            </a:gs>
            <a:gs pos="0">
              <a:schemeClr val="bg1"/>
            </a:gs>
            <a:gs pos="70000">
              <a:schemeClr val="bg1">
                <a:alpha val="50000"/>
              </a:schemeClr>
            </a:gs>
          </a:gsLst>
          <a:lin ang="10800000" scaled="1"/>
        </a:gradFill>
        <a:effectLst/>
      </p:bgPr>
    </p:bg>
    <p:spTree>
      <p:nvGrpSpPr>
        <p:cNvPr id="1" name=""/>
        <p:cNvGrpSpPr/>
        <p:nvPr/>
      </p:nvGrpSpPr>
      <p:grpSpPr>
        <a:xfrm>
          <a:off x="0" y="0"/>
          <a:ext cx="0" cy="0"/>
          <a:chOff x="0" y="0"/>
          <a:chExt cx="0" cy="0"/>
        </a:xfrm>
      </p:grpSpPr>
      <p:pic>
        <p:nvPicPr>
          <p:cNvPr id="3" name="图片 2" descr="Monocrystalline-Solar-Panels_compressed"/>
          <p:cNvPicPr>
            <a:picLocks noChangeAspect="1"/>
          </p:cNvPicPr>
          <p:nvPr userDrawn="1"/>
        </p:nvPicPr>
        <p:blipFill>
          <a:blip r:embed="rId2"/>
          <a:stretch>
            <a:fillRect/>
          </a:stretch>
        </p:blipFill>
        <p:spPr>
          <a:xfrm>
            <a:off x="-97790" y="-16510"/>
            <a:ext cx="12285345" cy="6884035"/>
          </a:xfrm>
          <a:prstGeom prst="rect">
            <a:avLst/>
          </a:prstGeom>
        </p:spPr>
      </p:pic>
      <p:sp>
        <p:nvSpPr>
          <p:cNvPr id="14" name="矩形 13"/>
          <p:cNvSpPr/>
          <p:nvPr userDrawn="1"/>
        </p:nvSpPr>
        <p:spPr>
          <a:xfrm rot="10800000">
            <a:off x="-97155" y="-59690"/>
            <a:ext cx="9760585" cy="6977380"/>
          </a:xfrm>
          <a:prstGeom prst="rect">
            <a:avLst/>
          </a:prstGeom>
          <a:gradFill flip="none" rotWithShape="1">
            <a:gsLst>
              <a:gs pos="100000">
                <a:srgbClr val="E3E9F1"/>
              </a:gs>
              <a:gs pos="57000">
                <a:srgbClr val="E3E9F1">
                  <a:alpha val="95000"/>
                </a:srgbClr>
              </a:gs>
              <a:gs pos="0">
                <a:srgbClr val="E3E9F1">
                  <a:alpha val="0"/>
                </a:srgbClr>
              </a:gs>
              <a:gs pos="28718">
                <a:srgbClr val="E3E9F1">
                  <a:alpha val="80000"/>
                </a:srgb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47F715E-B9BC-4920-AF97-2CBE5421FD71}" type="datetime1">
              <a:rPr lang="en-US" smtClean="0"/>
              <a:t>11/25/2025</a:t>
            </a:fld>
            <a:endParaRPr lang="en-US"/>
          </a:p>
        </p:txBody>
      </p:sp>
      <p:sp>
        <p:nvSpPr>
          <p:cNvPr id="3" name="页脚占位符 2"/>
          <p:cNvSpPr>
            <a:spLocks noGrp="1"/>
          </p:cNvSpPr>
          <p:nvPr>
            <p:ph type="ftr" sz="quarter" idx="11"/>
          </p:nvPr>
        </p:nvSpPr>
        <p:spPr/>
        <p:txBody>
          <a:bodyPr/>
          <a:lstStyle/>
          <a:p>
            <a:endParaRPr lang="en-US"/>
          </a:p>
        </p:txBody>
      </p:sp>
      <p:sp>
        <p:nvSpPr>
          <p:cNvPr id="4" name="灯片编号占位符 3"/>
          <p:cNvSpPr>
            <a:spLocks noGrp="1"/>
          </p:cNvSpPr>
          <p:nvPr>
            <p:ph type="sldNum" sz="quarter" idx="12"/>
          </p:nvPr>
        </p:nvSpPr>
        <p:spPr>
          <a:xfrm>
            <a:off x="9355756" y="6356350"/>
            <a:ext cx="2743200" cy="365125"/>
          </a:xfrm>
        </p:spPr>
        <p:txBody>
          <a:bodyPr/>
          <a:lstStyle>
            <a:lvl1pPr>
              <a:defRPr>
                <a:latin typeface="Segoe UI Black" panose="020B0A02040204020203" pitchFamily="34" charset="0"/>
              </a:defRPr>
            </a:lvl1pPr>
          </a:lstStyle>
          <a:p>
            <a:fld id="{5A846D4C-743D-4A62-AF1E-2CABDD37274B}" type="slidenum">
              <a:rPr lang="en-US" smtClean="0"/>
              <a:t>‹#›</a:t>
            </a:fld>
            <a:endParaRPr lang="en-US"/>
          </a:p>
        </p:txBody>
      </p:sp>
      <p:sp>
        <p:nvSpPr>
          <p:cNvPr id="8" name="矩形 7"/>
          <p:cNvSpPr/>
          <p:nvPr userDrawn="1"/>
        </p:nvSpPr>
        <p:spPr>
          <a:xfrm>
            <a:off x="0" y="269507"/>
            <a:ext cx="273652" cy="644885"/>
          </a:xfrm>
          <a:prstGeom prst="rect">
            <a:avLst/>
          </a:prstGeom>
          <a:solidFill>
            <a:srgbClr val="FFB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图片 10" descr="蓝色的标志&#10;&#10;AI 生成的内容可能不正确。"/>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86762" y="288392"/>
            <a:ext cx="2512194" cy="607114"/>
          </a:xfrm>
          <a:prstGeom prst="rect">
            <a:avLst/>
          </a:prstGeom>
        </p:spPr>
      </p:pic>
      <p:sp>
        <p:nvSpPr>
          <p:cNvPr id="5" name="矩形 4"/>
          <p:cNvSpPr/>
          <p:nvPr userDrawn="1"/>
        </p:nvSpPr>
        <p:spPr>
          <a:xfrm>
            <a:off x="1" y="0"/>
            <a:ext cx="12192000" cy="136525"/>
          </a:xfrm>
          <a:prstGeom prst="rect">
            <a:avLst/>
          </a:prstGeom>
          <a:solidFill>
            <a:srgbClr val="0038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10"/>
          </p:nvPr>
        </p:nvSpPr>
        <p:spPr/>
        <p:txBody>
          <a:bodyPr/>
          <a:lstStyle/>
          <a:p>
            <a:fld id="{35243350-28A3-4E9B-8585-9E3E5C9FF4B6}" type="datetime1">
              <a:rPr lang="en-US" smtClean="0"/>
              <a:t>11/25/2025</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F6FAACB-29B3-4E00-9D22-59E10261C081}" type="datetime1">
              <a:rPr lang="en-US" smtClean="0"/>
              <a:t>11/25/2025</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p:cNvSpPr>
            <a:spLocks noGrp="1"/>
          </p:cNvSpPr>
          <p:nvPr>
            <p:ph type="dt" sz="half" idx="10"/>
          </p:nvPr>
        </p:nvSpPr>
        <p:spPr/>
        <p:txBody>
          <a:bodyPr/>
          <a:lstStyle/>
          <a:p>
            <a:fld id="{38B5EB14-0563-4280-8D48-313A4772812E}" type="datetime1">
              <a:rPr lang="en-US" smtClean="0"/>
              <a:t>11/25/2025</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日期占位符 6"/>
          <p:cNvSpPr>
            <a:spLocks noGrp="1"/>
          </p:cNvSpPr>
          <p:nvPr>
            <p:ph type="dt" sz="half" idx="10"/>
          </p:nvPr>
        </p:nvSpPr>
        <p:spPr/>
        <p:txBody>
          <a:bodyPr/>
          <a:lstStyle/>
          <a:p>
            <a:fld id="{1987BB1F-A91B-4738-887E-53B2D9EAA4D7}" type="datetime1">
              <a:rPr lang="en-US" smtClean="0"/>
              <a:t>11/25/2025</a:t>
            </a:fld>
            <a:endParaRPr lang="en-US"/>
          </a:p>
        </p:txBody>
      </p:sp>
      <p:sp>
        <p:nvSpPr>
          <p:cNvPr id="8" name="页脚占位符 7"/>
          <p:cNvSpPr>
            <a:spLocks noGrp="1"/>
          </p:cNvSpPr>
          <p:nvPr>
            <p:ph type="ftr" sz="quarter" idx="11"/>
          </p:nvPr>
        </p:nvSpPr>
        <p:spPr/>
        <p:txBody>
          <a:bodyPr/>
          <a:lstStyle/>
          <a:p>
            <a:endParaRPr lang="en-US"/>
          </a:p>
        </p:txBody>
      </p:sp>
      <p:sp>
        <p:nvSpPr>
          <p:cNvPr id="9" name="灯片编号占位符 8"/>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日期占位符 2"/>
          <p:cNvSpPr>
            <a:spLocks noGrp="1"/>
          </p:cNvSpPr>
          <p:nvPr>
            <p:ph type="dt" sz="half" idx="10"/>
          </p:nvPr>
        </p:nvSpPr>
        <p:spPr/>
        <p:txBody>
          <a:bodyPr/>
          <a:lstStyle/>
          <a:p>
            <a:fld id="{A205A857-6E48-48CD-85CA-7A5FEE1815B6}" type="datetime1">
              <a:rPr lang="en-US" smtClean="0"/>
              <a:t>11/25/2025</a:t>
            </a:fld>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8A3D1D0-CE50-42E2-B3B4-191C4C680BA1}" type="datetime1">
              <a:rPr lang="en-US" smtClean="0"/>
              <a:t>11/25/2025</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F7744BA-D99B-47EE-B781-6879D8BD01B7}" type="datetime1">
              <a:rPr lang="en-US" smtClean="0"/>
              <a:t>11/25/2025</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10"/>
          </p:nvPr>
        </p:nvSpPr>
        <p:spPr/>
        <p:txBody>
          <a:bodyPr/>
          <a:lstStyle/>
          <a:p>
            <a:fld id="{59640CBA-2D95-4C76-878F-FDA7AA21CCFB}" type="datetime1">
              <a:rPr lang="en-US" smtClean="0"/>
              <a:t>11/25/2025</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10"/>
          </p:nvPr>
        </p:nvSpPr>
        <p:spPr/>
        <p:txBody>
          <a:bodyPr/>
          <a:lstStyle/>
          <a:p>
            <a:fld id="{688BC8E1-45D7-4A99-B4D4-D0AC2DC7D69D}" type="datetime1">
              <a:rPr lang="en-US" smtClean="0"/>
              <a:t>11/25/2025</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9B5F7D-8FAF-452F-95ED-71D77532267E}" type="datetime1">
              <a:rPr lang="en-US" smtClean="0"/>
              <a:t>11/25/2025</a:t>
            </a:fld>
            <a:endParaRPr 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846D4C-743D-4A62-AF1E-2CABDD37274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1.emf"/><Relationship Id="rId5" Type="http://schemas.openxmlformats.org/officeDocument/2006/relationships/oleObject" Target="../embeddings/oleObject2.bin"/><Relationship Id="rId4" Type="http://schemas.openxmlformats.org/officeDocument/2006/relationships/image" Target="../media/image30.emf"/></Relationships>
</file>

<file path=ppt/slides/_rels/slide12.xml.rels><?xml version="1.0" encoding="UTF-8" standalone="yes"?>
<Relationships xmlns="http://schemas.openxmlformats.org/package/2006/relationships"><Relationship Id="rId3" Type="http://schemas.openxmlformats.org/officeDocument/2006/relationships/image" Target="../media/image33.emf"/><Relationship Id="rId7" Type="http://schemas.openxmlformats.org/officeDocument/2006/relationships/image" Target="../media/image35.e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34.emf"/><Relationship Id="rId4"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DCF3894-F3A4-7A66-993E-0F8CED1E9AF5}"/>
              </a:ext>
            </a:extLst>
          </p:cNvPr>
          <p:cNvSpPr txBox="1"/>
          <p:nvPr/>
        </p:nvSpPr>
        <p:spPr>
          <a:xfrm>
            <a:off x="100094" y="1751906"/>
            <a:ext cx="7265324" cy="2031325"/>
          </a:xfrm>
          <a:prstGeom prst="rect">
            <a:avLst/>
          </a:prstGeom>
          <a:noFill/>
        </p:spPr>
        <p:txBody>
          <a:bodyPr wrap="square" rtlCol="0">
            <a:spAutoFit/>
          </a:bodyPr>
          <a:lstStyle/>
          <a:p>
            <a:pPr algn="ctr"/>
            <a:r>
              <a:rPr lang="en-US" altLang="zh-CN" sz="4200" b="1" dirty="0">
                <a:latin typeface="Arial" panose="020B0604020202020204" pitchFamily="34" charset="0"/>
                <a:ea typeface="Arial Unicode MS" panose="020B0604020202020204" pitchFamily="34" charset="-122"/>
                <a:cs typeface="Arial" panose="020B0604020202020204" pitchFamily="34" charset="0"/>
              </a:rPr>
              <a:t>Using ML to accelerate molecular additive design for perovskite interface</a:t>
            </a:r>
            <a:endParaRPr lang="en-GB" sz="4200" b="1" dirty="0">
              <a:latin typeface="Arial" panose="020B0604020202020204" pitchFamily="34" charset="0"/>
              <a:ea typeface="Arial Unicode MS" panose="020B0604020202020204" pitchFamily="34" charset="-122"/>
              <a:cs typeface="Arial" panose="020B0604020202020204" pitchFamily="34" charset="0"/>
            </a:endParaRPr>
          </a:p>
        </p:txBody>
      </p:sp>
      <p:sp>
        <p:nvSpPr>
          <p:cNvPr id="4" name="文本框 3">
            <a:extLst>
              <a:ext uri="{FF2B5EF4-FFF2-40B4-BE49-F238E27FC236}">
                <a16:creationId xmlns:a16="http://schemas.microsoft.com/office/drawing/2014/main" id="{F2255F58-060B-1A0E-131E-1C2A702E688A}"/>
              </a:ext>
            </a:extLst>
          </p:cNvPr>
          <p:cNvSpPr txBox="1"/>
          <p:nvPr/>
        </p:nvSpPr>
        <p:spPr>
          <a:xfrm>
            <a:off x="870559" y="4493028"/>
            <a:ext cx="5724394" cy="1322863"/>
          </a:xfrm>
          <a:prstGeom prst="rect">
            <a:avLst/>
          </a:prstGeom>
          <a:noFill/>
        </p:spPr>
        <p:txBody>
          <a:bodyPr wrap="square" rtlCol="0">
            <a:spAutoFit/>
          </a:bodyPr>
          <a:lstStyle/>
          <a:p>
            <a:pPr algn="ctr">
              <a:lnSpc>
                <a:spcPct val="150000"/>
              </a:lnSpc>
            </a:pPr>
            <a:r>
              <a:rPr lang="en-US" altLang="zh-CN" sz="2800" dirty="0"/>
              <a:t>Group 5</a:t>
            </a:r>
          </a:p>
          <a:p>
            <a:pPr algn="ctr">
              <a:lnSpc>
                <a:spcPct val="150000"/>
              </a:lnSpc>
            </a:pPr>
            <a:r>
              <a:rPr lang="en-US" altLang="zh-CN" sz="2800" dirty="0"/>
              <a:t>Nov. 25</a:t>
            </a:r>
            <a:r>
              <a:rPr lang="en-US" altLang="zh-CN" sz="2800" baseline="30000" dirty="0"/>
              <a:t>th</a:t>
            </a:r>
            <a:r>
              <a:rPr lang="en-US" altLang="zh-CN" sz="2800" dirty="0"/>
              <a:t>, 2025</a:t>
            </a:r>
            <a:endParaRPr lang="en-GB" sz="2800" dirty="0"/>
          </a:p>
        </p:txBody>
      </p:sp>
      <p:pic>
        <p:nvPicPr>
          <p:cNvPr id="6" name="图片 5" descr="文本&#10;&#10;AI 生成的内容可能不正确。">
            <a:extLst>
              <a:ext uri="{FF2B5EF4-FFF2-40B4-BE49-F238E27FC236}">
                <a16:creationId xmlns:a16="http://schemas.microsoft.com/office/drawing/2014/main" id="{E9A65F4A-56AA-721B-4915-0F439A6D2894}"/>
              </a:ext>
            </a:extLst>
          </p:cNvPr>
          <p:cNvPicPr>
            <a:picLocks noChangeAspect="1"/>
          </p:cNvPicPr>
          <p:nvPr/>
        </p:nvPicPr>
        <p:blipFill>
          <a:blip r:embed="rId3" cstate="print">
            <a:extLst>
              <a:ext uri="{28A0092B-C50C-407E-A947-70E740481C1C}">
                <a14:useLocalDpi xmlns:a14="http://schemas.microsoft.com/office/drawing/2010/main" val="0"/>
              </a:ext>
            </a:extLst>
          </a:blip>
          <a:srcRect l="9923" t="27981" r="7524" b="26774"/>
          <a:stretch>
            <a:fillRect/>
          </a:stretch>
        </p:blipFill>
        <p:spPr>
          <a:xfrm>
            <a:off x="175365" y="90131"/>
            <a:ext cx="2605413" cy="951978"/>
          </a:xfrm>
          <a:prstGeom prst="rect">
            <a:avLst/>
          </a:prstGeom>
        </p:spPr>
      </p:pic>
    </p:spTree>
    <p:extLst>
      <p:ext uri="{BB962C8B-B14F-4D97-AF65-F5344CB8AC3E}">
        <p14:creationId xmlns:p14="http://schemas.microsoft.com/office/powerpoint/2010/main" val="2322594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8F72A4AD-71A8-DBC8-F88C-F40FCA491AB8}"/>
              </a:ext>
            </a:extLst>
          </p:cNvPr>
          <p:cNvPicPr>
            <a:picLocks noChangeAspect="1"/>
          </p:cNvPicPr>
          <p:nvPr/>
        </p:nvPicPr>
        <p:blipFill>
          <a:blip r:embed="rId3"/>
          <a:stretch>
            <a:fillRect/>
          </a:stretch>
        </p:blipFill>
        <p:spPr>
          <a:xfrm>
            <a:off x="1160923" y="3366997"/>
            <a:ext cx="4332534" cy="3094667"/>
          </a:xfrm>
          <a:prstGeom prst="rect">
            <a:avLst/>
          </a:prstGeom>
        </p:spPr>
      </p:pic>
      <p:sp>
        <p:nvSpPr>
          <p:cNvPr id="2" name="灯片编号占位符 1">
            <a:extLst>
              <a:ext uri="{FF2B5EF4-FFF2-40B4-BE49-F238E27FC236}">
                <a16:creationId xmlns:a16="http://schemas.microsoft.com/office/drawing/2014/main" id="{7B79DDA5-765D-CAEF-140F-8F01F6FD6D13}"/>
              </a:ext>
            </a:extLst>
          </p:cNvPr>
          <p:cNvSpPr>
            <a:spLocks noGrp="1"/>
          </p:cNvSpPr>
          <p:nvPr>
            <p:ph type="sldNum" sz="quarter" idx="12"/>
          </p:nvPr>
        </p:nvSpPr>
        <p:spPr/>
        <p:txBody>
          <a:bodyPr/>
          <a:lstStyle/>
          <a:p>
            <a:fld id="{5A846D4C-743D-4A62-AF1E-2CABDD37274B}" type="slidenum">
              <a:rPr lang="en-US" smtClean="0"/>
              <a:t>2</a:t>
            </a:fld>
            <a:endParaRPr lang="en-US" dirty="0"/>
          </a:p>
        </p:txBody>
      </p:sp>
      <p:sp>
        <p:nvSpPr>
          <p:cNvPr id="4" name="文本框 3">
            <a:extLst>
              <a:ext uri="{FF2B5EF4-FFF2-40B4-BE49-F238E27FC236}">
                <a16:creationId xmlns:a16="http://schemas.microsoft.com/office/drawing/2014/main" id="{166D49F3-EFAB-8924-03B2-0579BD35E577}"/>
              </a:ext>
            </a:extLst>
          </p:cNvPr>
          <p:cNvSpPr txBox="1"/>
          <p:nvPr/>
        </p:nvSpPr>
        <p:spPr>
          <a:xfrm>
            <a:off x="273652" y="6461664"/>
            <a:ext cx="6093912" cy="338554"/>
          </a:xfrm>
          <a:prstGeom prst="rect">
            <a:avLst/>
          </a:prstGeom>
          <a:noFill/>
        </p:spPr>
        <p:txBody>
          <a:bodyPr wrap="square">
            <a:spAutoFit/>
          </a:bodyPr>
          <a:lstStyle/>
          <a:p>
            <a:r>
              <a:rPr lang="sv-SE" altLang="zh-CN" sz="1600" dirty="0"/>
              <a:t> </a:t>
            </a:r>
            <a:r>
              <a:rPr lang="sv-SE" altLang="zh-CN" sz="1600" i="1" dirty="0"/>
              <a:t>Nat. Mater.</a:t>
            </a:r>
            <a:r>
              <a:rPr lang="sv-SE" altLang="zh-CN" sz="1600" dirty="0"/>
              <a:t> </a:t>
            </a:r>
            <a:r>
              <a:rPr lang="sv-SE" altLang="zh-CN" sz="1600" b="1" dirty="0"/>
              <a:t>22</a:t>
            </a:r>
            <a:r>
              <a:rPr lang="sv-SE" altLang="zh-CN" sz="1600" dirty="0"/>
              <a:t>, 1507–1514 (2023).</a:t>
            </a:r>
            <a:endParaRPr lang="en-GB" sz="1600" dirty="0"/>
          </a:p>
        </p:txBody>
      </p:sp>
      <p:sp>
        <p:nvSpPr>
          <p:cNvPr id="3" name="文本框 2">
            <a:extLst>
              <a:ext uri="{FF2B5EF4-FFF2-40B4-BE49-F238E27FC236}">
                <a16:creationId xmlns:a16="http://schemas.microsoft.com/office/drawing/2014/main" id="{C735FB94-346E-8BD5-BB7A-CB04AB4C6811}"/>
              </a:ext>
            </a:extLst>
          </p:cNvPr>
          <p:cNvSpPr txBox="1"/>
          <p:nvPr/>
        </p:nvSpPr>
        <p:spPr>
          <a:xfrm>
            <a:off x="273652" y="304514"/>
            <a:ext cx="4500478" cy="574869"/>
          </a:xfrm>
          <a:prstGeom prst="rect">
            <a:avLst/>
          </a:prstGeom>
        </p:spPr>
        <p:txBody>
          <a:bodyPr vert="horz" lIns="91440" tIns="45720" rIns="91440" bIns="45720" rtlCol="0" anchor="ctr">
            <a:normAutofit lnSpcReduction="10000"/>
          </a:bodyPr>
          <a:lstStyle/>
          <a:p>
            <a:pPr>
              <a:spcBef>
                <a:spcPct val="0"/>
              </a:spcBef>
            </a:pPr>
            <a:r>
              <a:rPr lang="en-US" sz="3200" b="1" kern="1200" dirty="0">
                <a:solidFill>
                  <a:schemeClr val="tx1"/>
                </a:solidFill>
                <a:latin typeface="Segoe UI Black" panose="020B0A02040204020203" pitchFamily="34" charset="0"/>
                <a:ea typeface="Segoe UI Black" panose="020B0A02040204020203" pitchFamily="34" charset="0"/>
                <a:cs typeface="+mj-cs"/>
              </a:rPr>
              <a:t>Introduction</a:t>
            </a:r>
          </a:p>
        </p:txBody>
      </p:sp>
      <p:pic>
        <p:nvPicPr>
          <p:cNvPr id="10" name="图片 9" descr="手机屏幕截图&#10;&#10;AI 生成的内容可能不正确。">
            <a:extLst>
              <a:ext uri="{FF2B5EF4-FFF2-40B4-BE49-F238E27FC236}">
                <a16:creationId xmlns:a16="http://schemas.microsoft.com/office/drawing/2014/main" id="{642FDF79-8820-20DD-FBF2-5A49C83DD61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2417" y="746104"/>
            <a:ext cx="5109546" cy="2730414"/>
          </a:xfrm>
          <a:prstGeom prst="rect">
            <a:avLst/>
          </a:prstGeom>
        </p:spPr>
      </p:pic>
      <p:sp>
        <p:nvSpPr>
          <p:cNvPr id="8" name="文本框 7">
            <a:extLst>
              <a:ext uri="{FF2B5EF4-FFF2-40B4-BE49-F238E27FC236}">
                <a16:creationId xmlns:a16="http://schemas.microsoft.com/office/drawing/2014/main" id="{7DD70560-B2CB-966D-775B-9B7E6AA12968}"/>
              </a:ext>
            </a:extLst>
          </p:cNvPr>
          <p:cNvSpPr txBox="1"/>
          <p:nvPr/>
        </p:nvSpPr>
        <p:spPr>
          <a:xfrm>
            <a:off x="6270469" y="4430339"/>
            <a:ext cx="5070763" cy="2031325"/>
          </a:xfrm>
          <a:prstGeom prst="rect">
            <a:avLst/>
          </a:prstGeom>
          <a:noFill/>
        </p:spPr>
        <p:txBody>
          <a:bodyPr wrap="square" rtlCol="0">
            <a:spAutoFit/>
          </a:bodyPr>
          <a:lstStyle/>
          <a:p>
            <a:r>
              <a:rPr lang="en-US" altLang="zh-CN" b="1" dirty="0"/>
              <a:t>Challenges</a:t>
            </a:r>
            <a:r>
              <a:rPr lang="zh-CN" altLang="en-US" b="1" dirty="0"/>
              <a:t> </a:t>
            </a:r>
            <a:r>
              <a:rPr lang="en-US" altLang="zh-CN" b="1" dirty="0"/>
              <a:t>of</a:t>
            </a:r>
            <a:r>
              <a:rPr lang="zh-CN" altLang="en-US" b="1" dirty="0"/>
              <a:t> </a:t>
            </a:r>
            <a:r>
              <a:rPr lang="en-US" altLang="zh-CN" b="1" dirty="0"/>
              <a:t>perovskite</a:t>
            </a:r>
            <a:r>
              <a:rPr lang="zh-CN" altLang="en-US" b="1" dirty="0"/>
              <a:t> </a:t>
            </a:r>
            <a:r>
              <a:rPr lang="en-US" altLang="zh-CN" b="1" dirty="0"/>
              <a:t>solar</a:t>
            </a:r>
            <a:r>
              <a:rPr lang="zh-CN" altLang="en-US" b="1" dirty="0"/>
              <a:t> </a:t>
            </a:r>
            <a:r>
              <a:rPr lang="en-US" altLang="zh-CN" b="1" dirty="0"/>
              <a:t>cells</a:t>
            </a:r>
            <a:r>
              <a:rPr lang="en-US" altLang="zh-CN" dirty="0"/>
              <a:t>:</a:t>
            </a:r>
          </a:p>
          <a:p>
            <a:pPr marL="285750" indent="-285750">
              <a:buFont typeface="Arial" panose="020B0604020202020204" pitchFamily="34" charset="0"/>
              <a:buChar char="•"/>
            </a:pPr>
            <a:r>
              <a:rPr lang="en-US" altLang="zh-CN" dirty="0"/>
              <a:t>Long-term stability</a:t>
            </a:r>
          </a:p>
          <a:p>
            <a:pPr marL="285750" indent="-285750">
              <a:buFont typeface="Arial" panose="020B0604020202020204" pitchFamily="34" charset="0"/>
              <a:buChar char="•"/>
            </a:pPr>
            <a:r>
              <a:rPr lang="en-US" altLang="zh-CN" dirty="0"/>
              <a:t>Photoelectronic convert efficiency</a:t>
            </a:r>
          </a:p>
          <a:p>
            <a:endParaRPr lang="en-US" altLang="zh-CN" dirty="0"/>
          </a:p>
          <a:p>
            <a:r>
              <a:rPr lang="en-US" altLang="zh-CN" b="1" dirty="0"/>
              <a:t>A main reason:</a:t>
            </a:r>
          </a:p>
          <a:p>
            <a:r>
              <a:rPr lang="en-US" altLang="zh-CN" dirty="0"/>
              <a:t>The low formation energy and immigration of point defects.</a:t>
            </a:r>
          </a:p>
        </p:txBody>
      </p:sp>
      <p:pic>
        <p:nvPicPr>
          <p:cNvPr id="12" name="图片 11">
            <a:extLst>
              <a:ext uri="{FF2B5EF4-FFF2-40B4-BE49-F238E27FC236}">
                <a16:creationId xmlns:a16="http://schemas.microsoft.com/office/drawing/2014/main" id="{A9BBF2BF-1531-72E2-45C9-80B389B41F6D}"/>
              </a:ext>
            </a:extLst>
          </p:cNvPr>
          <p:cNvPicPr>
            <a:picLocks noChangeAspect="1"/>
          </p:cNvPicPr>
          <p:nvPr/>
        </p:nvPicPr>
        <p:blipFill>
          <a:blip r:embed="rId5"/>
          <a:stretch>
            <a:fillRect/>
          </a:stretch>
        </p:blipFill>
        <p:spPr>
          <a:xfrm>
            <a:off x="6270469" y="967544"/>
            <a:ext cx="4080388" cy="3210987"/>
          </a:xfrm>
          <a:prstGeom prst="rect">
            <a:avLst/>
          </a:prstGeom>
        </p:spPr>
      </p:pic>
    </p:spTree>
    <p:extLst>
      <p:ext uri="{BB962C8B-B14F-4D97-AF65-F5344CB8AC3E}">
        <p14:creationId xmlns:p14="http://schemas.microsoft.com/office/powerpoint/2010/main" val="1173504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A9E3AEC-3A7C-BB27-3C34-5216D7FFFCA5}"/>
              </a:ext>
            </a:extLst>
          </p:cNvPr>
          <p:cNvPicPr>
            <a:picLocks noChangeAspect="1"/>
          </p:cNvPicPr>
          <p:nvPr/>
        </p:nvPicPr>
        <p:blipFill>
          <a:blip r:embed="rId3"/>
          <a:srcRect l="63467" t="62110" r="11732" b="2161"/>
          <a:stretch>
            <a:fillRect/>
          </a:stretch>
        </p:blipFill>
        <p:spPr>
          <a:xfrm>
            <a:off x="183090" y="2969483"/>
            <a:ext cx="2237122" cy="2783211"/>
          </a:xfrm>
          <a:prstGeom prst="rect">
            <a:avLst/>
          </a:prstGeom>
        </p:spPr>
      </p:pic>
      <p:pic>
        <p:nvPicPr>
          <p:cNvPr id="30" name="图片 29">
            <a:extLst>
              <a:ext uri="{FF2B5EF4-FFF2-40B4-BE49-F238E27FC236}">
                <a16:creationId xmlns:a16="http://schemas.microsoft.com/office/drawing/2014/main" id="{C246C593-AF0F-F279-4A9A-7C32FD842712}"/>
              </a:ext>
            </a:extLst>
          </p:cNvPr>
          <p:cNvPicPr>
            <a:picLocks noChangeAspect="1"/>
          </p:cNvPicPr>
          <p:nvPr/>
        </p:nvPicPr>
        <p:blipFill>
          <a:blip r:embed="rId4"/>
          <a:stretch>
            <a:fillRect/>
          </a:stretch>
        </p:blipFill>
        <p:spPr>
          <a:xfrm>
            <a:off x="5010329" y="1799350"/>
            <a:ext cx="1889904" cy="1349931"/>
          </a:xfrm>
          <a:prstGeom prst="rect">
            <a:avLst/>
          </a:prstGeom>
        </p:spPr>
      </p:pic>
      <p:pic>
        <p:nvPicPr>
          <p:cNvPr id="25" name="图片 24">
            <a:extLst>
              <a:ext uri="{FF2B5EF4-FFF2-40B4-BE49-F238E27FC236}">
                <a16:creationId xmlns:a16="http://schemas.microsoft.com/office/drawing/2014/main" id="{2838E2C1-D0D9-3109-4A53-09F49CD5A795}"/>
              </a:ext>
            </a:extLst>
          </p:cNvPr>
          <p:cNvPicPr>
            <a:picLocks noChangeAspect="1"/>
          </p:cNvPicPr>
          <p:nvPr/>
        </p:nvPicPr>
        <p:blipFill>
          <a:blip r:embed="rId5"/>
          <a:stretch>
            <a:fillRect/>
          </a:stretch>
        </p:blipFill>
        <p:spPr>
          <a:xfrm>
            <a:off x="7695635" y="1775107"/>
            <a:ext cx="1732580" cy="1361313"/>
          </a:xfrm>
          <a:prstGeom prst="rect">
            <a:avLst/>
          </a:prstGeom>
        </p:spPr>
      </p:pic>
      <p:pic>
        <p:nvPicPr>
          <p:cNvPr id="38" name="图片 37">
            <a:extLst>
              <a:ext uri="{FF2B5EF4-FFF2-40B4-BE49-F238E27FC236}">
                <a16:creationId xmlns:a16="http://schemas.microsoft.com/office/drawing/2014/main" id="{166A1263-19B3-41D9-8BAB-F85BD58AC5AC}"/>
              </a:ext>
            </a:extLst>
          </p:cNvPr>
          <p:cNvPicPr>
            <a:picLocks noChangeAspect="1"/>
          </p:cNvPicPr>
          <p:nvPr/>
        </p:nvPicPr>
        <p:blipFill>
          <a:blip r:embed="rId6"/>
          <a:stretch>
            <a:fillRect/>
          </a:stretch>
        </p:blipFill>
        <p:spPr>
          <a:xfrm>
            <a:off x="4858580" y="4260890"/>
            <a:ext cx="2193402" cy="1224742"/>
          </a:xfrm>
          <a:prstGeom prst="rect">
            <a:avLst/>
          </a:prstGeom>
        </p:spPr>
      </p:pic>
      <p:sp>
        <p:nvSpPr>
          <p:cNvPr id="2" name="灯片编号占位符 1">
            <a:extLst>
              <a:ext uri="{FF2B5EF4-FFF2-40B4-BE49-F238E27FC236}">
                <a16:creationId xmlns:a16="http://schemas.microsoft.com/office/drawing/2014/main" id="{678BB248-3214-F0A1-F323-29249B432AB9}"/>
              </a:ext>
            </a:extLst>
          </p:cNvPr>
          <p:cNvSpPr>
            <a:spLocks noGrp="1"/>
          </p:cNvSpPr>
          <p:nvPr>
            <p:ph type="sldNum" sz="quarter" idx="12"/>
          </p:nvPr>
        </p:nvSpPr>
        <p:spPr/>
        <p:txBody>
          <a:bodyPr/>
          <a:lstStyle/>
          <a:p>
            <a:r>
              <a:rPr lang="en-US" dirty="0"/>
              <a:t>2</a:t>
            </a:r>
          </a:p>
        </p:txBody>
      </p:sp>
      <p:sp>
        <p:nvSpPr>
          <p:cNvPr id="5" name="文本框 4">
            <a:extLst>
              <a:ext uri="{FF2B5EF4-FFF2-40B4-BE49-F238E27FC236}">
                <a16:creationId xmlns:a16="http://schemas.microsoft.com/office/drawing/2014/main" id="{579E15B2-A7E1-D157-4757-BD31B7CA13A4}"/>
              </a:ext>
            </a:extLst>
          </p:cNvPr>
          <p:cNvSpPr txBox="1"/>
          <p:nvPr/>
        </p:nvSpPr>
        <p:spPr>
          <a:xfrm>
            <a:off x="273652" y="304514"/>
            <a:ext cx="4500478" cy="574869"/>
          </a:xfrm>
          <a:prstGeom prst="rect">
            <a:avLst/>
          </a:prstGeom>
        </p:spPr>
        <p:txBody>
          <a:bodyPr vert="horz" lIns="91440" tIns="45720" rIns="91440" bIns="45720" rtlCol="0" anchor="ctr">
            <a:normAutofit lnSpcReduction="10000"/>
          </a:bodyPr>
          <a:lstStyle/>
          <a:p>
            <a:pPr>
              <a:spcBef>
                <a:spcPct val="0"/>
              </a:spcBef>
            </a:pPr>
            <a:r>
              <a:rPr lang="en-US" altLang="zh-CN" sz="3200" b="1" kern="1200" dirty="0">
                <a:solidFill>
                  <a:schemeClr val="tx1"/>
                </a:solidFill>
                <a:latin typeface="Segoe UI Black" panose="020B0A02040204020203" pitchFamily="34" charset="0"/>
                <a:ea typeface="Segoe UI Black" panose="020B0A02040204020203" pitchFamily="34" charset="0"/>
                <a:cs typeface="+mj-cs"/>
              </a:rPr>
              <a:t>Workflow</a:t>
            </a:r>
            <a:endParaRPr lang="en-US" sz="3200" b="1" kern="1200" dirty="0">
              <a:solidFill>
                <a:schemeClr val="tx1"/>
              </a:solidFill>
              <a:latin typeface="Segoe UI Black" panose="020B0A02040204020203" pitchFamily="34" charset="0"/>
              <a:ea typeface="Segoe UI Black" panose="020B0A02040204020203" pitchFamily="34" charset="0"/>
              <a:cs typeface="+mj-cs"/>
            </a:endParaRPr>
          </a:p>
        </p:txBody>
      </p:sp>
      <p:sp>
        <p:nvSpPr>
          <p:cNvPr id="10" name="矩形: 圆角 9">
            <a:extLst>
              <a:ext uri="{FF2B5EF4-FFF2-40B4-BE49-F238E27FC236}">
                <a16:creationId xmlns:a16="http://schemas.microsoft.com/office/drawing/2014/main" id="{54472524-DCD6-EBC5-312E-44FA8A194722}"/>
              </a:ext>
            </a:extLst>
          </p:cNvPr>
          <p:cNvSpPr/>
          <p:nvPr/>
        </p:nvSpPr>
        <p:spPr>
          <a:xfrm>
            <a:off x="273652" y="2326304"/>
            <a:ext cx="1852701" cy="606579"/>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Materials screening from database</a:t>
            </a:r>
            <a:endParaRPr lang="zh-CN" altLang="en-US" sz="1400" dirty="0">
              <a:solidFill>
                <a:schemeClr val="tx1"/>
              </a:solidFill>
            </a:endParaRPr>
          </a:p>
        </p:txBody>
      </p:sp>
      <p:sp>
        <p:nvSpPr>
          <p:cNvPr id="11" name="矩形: 圆角 10">
            <a:extLst>
              <a:ext uri="{FF2B5EF4-FFF2-40B4-BE49-F238E27FC236}">
                <a16:creationId xmlns:a16="http://schemas.microsoft.com/office/drawing/2014/main" id="{A0522AAC-1B72-8E12-7ABF-5B7203105A3D}"/>
              </a:ext>
            </a:extLst>
          </p:cNvPr>
          <p:cNvSpPr/>
          <p:nvPr/>
        </p:nvSpPr>
        <p:spPr>
          <a:xfrm>
            <a:off x="2742126" y="2326304"/>
            <a:ext cx="2383823" cy="643179"/>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High-throughput surface binding energy calculations</a:t>
            </a:r>
            <a:endParaRPr lang="zh-CN" altLang="en-US" sz="1400" dirty="0">
              <a:solidFill>
                <a:schemeClr val="tx1"/>
              </a:solidFill>
            </a:endParaRPr>
          </a:p>
        </p:txBody>
      </p:sp>
      <p:sp>
        <p:nvSpPr>
          <p:cNvPr id="12" name="矩形: 圆角 11">
            <a:extLst>
              <a:ext uri="{FF2B5EF4-FFF2-40B4-BE49-F238E27FC236}">
                <a16:creationId xmlns:a16="http://schemas.microsoft.com/office/drawing/2014/main" id="{26D7F186-9222-F86E-DAD5-90388E649A0B}"/>
              </a:ext>
            </a:extLst>
          </p:cNvPr>
          <p:cNvSpPr/>
          <p:nvPr/>
        </p:nvSpPr>
        <p:spPr>
          <a:xfrm>
            <a:off x="4915829" y="1014938"/>
            <a:ext cx="2043500" cy="643179"/>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Gaussian calculations as ML inputs</a:t>
            </a:r>
            <a:endParaRPr lang="zh-CN" altLang="en-US" sz="1400" dirty="0">
              <a:solidFill>
                <a:schemeClr val="tx1"/>
              </a:solidFill>
            </a:endParaRPr>
          </a:p>
        </p:txBody>
      </p:sp>
      <p:sp>
        <p:nvSpPr>
          <p:cNvPr id="13" name="矩形: 圆角 12">
            <a:extLst>
              <a:ext uri="{FF2B5EF4-FFF2-40B4-BE49-F238E27FC236}">
                <a16:creationId xmlns:a16="http://schemas.microsoft.com/office/drawing/2014/main" id="{54472524-DCD6-EBC5-312E-44FA8A194722}"/>
              </a:ext>
            </a:extLst>
          </p:cNvPr>
          <p:cNvSpPr/>
          <p:nvPr/>
        </p:nvSpPr>
        <p:spPr>
          <a:xfrm>
            <a:off x="7695635" y="1047890"/>
            <a:ext cx="1740528" cy="577273"/>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dirty="0">
                <a:solidFill>
                  <a:schemeClr val="tx1"/>
                </a:solidFill>
              </a:rPr>
              <a:t>ML training</a:t>
            </a:r>
            <a:endParaRPr lang="zh-CN" altLang="en-US" sz="1400" dirty="0">
              <a:solidFill>
                <a:schemeClr val="tx1"/>
              </a:solidFill>
            </a:endParaRPr>
          </a:p>
        </p:txBody>
      </p:sp>
      <p:sp>
        <p:nvSpPr>
          <p:cNvPr id="14" name="矩形: 圆角 13">
            <a:extLst>
              <a:ext uri="{FF2B5EF4-FFF2-40B4-BE49-F238E27FC236}">
                <a16:creationId xmlns:a16="http://schemas.microsoft.com/office/drawing/2014/main" id="{54472524-DCD6-EBC5-312E-44FA8A194722}"/>
              </a:ext>
            </a:extLst>
          </p:cNvPr>
          <p:cNvSpPr/>
          <p:nvPr/>
        </p:nvSpPr>
        <p:spPr>
          <a:xfrm>
            <a:off x="4992440" y="3612984"/>
            <a:ext cx="1925683" cy="577273"/>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dirty="0">
                <a:solidFill>
                  <a:schemeClr val="tx1"/>
                </a:solidFill>
              </a:rPr>
              <a:t>Surface band edge electronic structures</a:t>
            </a:r>
            <a:endParaRPr lang="zh-CN" altLang="en-US" sz="1400" dirty="0">
              <a:solidFill>
                <a:schemeClr val="tx1"/>
              </a:solidFill>
            </a:endParaRPr>
          </a:p>
        </p:txBody>
      </p:sp>
      <p:sp>
        <p:nvSpPr>
          <p:cNvPr id="16" name="矩形: 圆角 15">
            <a:extLst>
              <a:ext uri="{FF2B5EF4-FFF2-40B4-BE49-F238E27FC236}">
                <a16:creationId xmlns:a16="http://schemas.microsoft.com/office/drawing/2014/main" id="{CC30007A-95FF-9026-317D-6000CB09DFD7}"/>
              </a:ext>
            </a:extLst>
          </p:cNvPr>
          <p:cNvSpPr/>
          <p:nvPr/>
        </p:nvSpPr>
        <p:spPr>
          <a:xfrm>
            <a:off x="7586515" y="3622279"/>
            <a:ext cx="1780195" cy="509848"/>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Defect formation energy calculations</a:t>
            </a:r>
            <a:endParaRPr lang="zh-CN" altLang="en-US" sz="1400" dirty="0">
              <a:solidFill>
                <a:schemeClr val="tx1"/>
              </a:solidFill>
            </a:endParaRPr>
          </a:p>
        </p:txBody>
      </p:sp>
      <p:sp>
        <p:nvSpPr>
          <p:cNvPr id="17" name="箭头: 右 16">
            <a:extLst>
              <a:ext uri="{FF2B5EF4-FFF2-40B4-BE49-F238E27FC236}">
                <a16:creationId xmlns:a16="http://schemas.microsoft.com/office/drawing/2014/main" id="{E9E861C3-00B2-FECA-8F55-1F0ACF4B8E42}"/>
              </a:ext>
            </a:extLst>
          </p:cNvPr>
          <p:cNvSpPr/>
          <p:nvPr/>
        </p:nvSpPr>
        <p:spPr>
          <a:xfrm>
            <a:off x="2196357" y="2514548"/>
            <a:ext cx="479988" cy="284924"/>
          </a:xfrm>
          <a:prstGeom prst="rightArrow">
            <a:avLst>
              <a:gd name="adj1" fmla="val 66406"/>
              <a:gd name="adj2" fmla="val 50000"/>
            </a:avLst>
          </a:prstGeom>
          <a:solidFill>
            <a:srgbClr val="F8CBAD"/>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右 17">
            <a:extLst>
              <a:ext uri="{FF2B5EF4-FFF2-40B4-BE49-F238E27FC236}">
                <a16:creationId xmlns:a16="http://schemas.microsoft.com/office/drawing/2014/main" id="{2D453DE8-6AE6-BE89-15B8-0BD09548613D}"/>
              </a:ext>
            </a:extLst>
          </p:cNvPr>
          <p:cNvSpPr/>
          <p:nvPr/>
        </p:nvSpPr>
        <p:spPr>
          <a:xfrm rot="-2700000">
            <a:off x="4569915" y="1806373"/>
            <a:ext cx="479988" cy="284924"/>
          </a:xfrm>
          <a:prstGeom prst="rightArrow">
            <a:avLst>
              <a:gd name="adj1" fmla="val 66406"/>
              <a:gd name="adj2" fmla="val 50000"/>
            </a:avLst>
          </a:prstGeom>
          <a:solidFill>
            <a:srgbClr val="A9D18F"/>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右 18">
            <a:extLst>
              <a:ext uri="{FF2B5EF4-FFF2-40B4-BE49-F238E27FC236}">
                <a16:creationId xmlns:a16="http://schemas.microsoft.com/office/drawing/2014/main" id="{07BC126F-94C9-FC3D-A0B6-1A32962F3F98}"/>
              </a:ext>
            </a:extLst>
          </p:cNvPr>
          <p:cNvSpPr/>
          <p:nvPr/>
        </p:nvSpPr>
        <p:spPr>
          <a:xfrm>
            <a:off x="7111512" y="1212333"/>
            <a:ext cx="479988" cy="284924"/>
          </a:xfrm>
          <a:prstGeom prst="rightArrow">
            <a:avLst>
              <a:gd name="adj1" fmla="val 66406"/>
              <a:gd name="adj2" fmla="val 50000"/>
            </a:avLst>
          </a:prstGeom>
          <a:solidFill>
            <a:srgbClr val="A9D18F"/>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右 19">
            <a:extLst>
              <a:ext uri="{FF2B5EF4-FFF2-40B4-BE49-F238E27FC236}">
                <a16:creationId xmlns:a16="http://schemas.microsoft.com/office/drawing/2014/main" id="{B1C4560B-E30B-502E-8446-D1D81A0385A7}"/>
              </a:ext>
            </a:extLst>
          </p:cNvPr>
          <p:cNvSpPr/>
          <p:nvPr/>
        </p:nvSpPr>
        <p:spPr>
          <a:xfrm rot="2700000">
            <a:off x="9397154" y="1823865"/>
            <a:ext cx="479988" cy="284924"/>
          </a:xfrm>
          <a:prstGeom prst="rightArrow">
            <a:avLst>
              <a:gd name="adj1" fmla="val 66406"/>
              <a:gd name="adj2" fmla="val 50000"/>
            </a:avLst>
          </a:prstGeom>
          <a:solidFill>
            <a:srgbClr val="FFCDCD"/>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id="{E93DC3F4-AE90-3A67-B65B-282E5B76EA30}"/>
              </a:ext>
            </a:extLst>
          </p:cNvPr>
          <p:cNvSpPr/>
          <p:nvPr/>
        </p:nvSpPr>
        <p:spPr>
          <a:xfrm>
            <a:off x="9449874" y="2392210"/>
            <a:ext cx="2461843" cy="577273"/>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dirty="0">
                <a:solidFill>
                  <a:schemeClr val="tx1"/>
                </a:solidFill>
              </a:rPr>
              <a:t>8 potential candidates</a:t>
            </a:r>
            <a:br>
              <a:rPr lang="en-US" altLang="zh-CN" sz="1400" dirty="0">
                <a:solidFill>
                  <a:schemeClr val="tx1"/>
                </a:solidFill>
              </a:rPr>
            </a:br>
            <a:r>
              <a:rPr lang="en-US" altLang="zh-CN" sz="1400" dirty="0">
                <a:solidFill>
                  <a:schemeClr val="tx1"/>
                </a:solidFill>
              </a:rPr>
              <a:t>(3 bifunctional candidates)</a:t>
            </a:r>
            <a:endParaRPr lang="zh-CN" altLang="en-US" sz="1400" dirty="0">
              <a:solidFill>
                <a:schemeClr val="tx1"/>
              </a:solidFill>
            </a:endParaRPr>
          </a:p>
        </p:txBody>
      </p:sp>
      <p:sp>
        <p:nvSpPr>
          <p:cNvPr id="27" name="箭头: 右 26">
            <a:extLst>
              <a:ext uri="{FF2B5EF4-FFF2-40B4-BE49-F238E27FC236}">
                <a16:creationId xmlns:a16="http://schemas.microsoft.com/office/drawing/2014/main" id="{8733DEA4-FEB8-C8BD-8975-ADA715A6D967}"/>
              </a:ext>
            </a:extLst>
          </p:cNvPr>
          <p:cNvSpPr/>
          <p:nvPr/>
        </p:nvSpPr>
        <p:spPr>
          <a:xfrm>
            <a:off x="7022357" y="3682948"/>
            <a:ext cx="479988" cy="284924"/>
          </a:xfrm>
          <a:prstGeom prst="rightArrow">
            <a:avLst>
              <a:gd name="adj1" fmla="val 66406"/>
              <a:gd name="adj2" fmla="val 50000"/>
            </a:avLst>
          </a:prstGeom>
          <a:solidFill>
            <a:srgbClr val="F8CBAD"/>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箭头: 右 27">
            <a:extLst>
              <a:ext uri="{FF2B5EF4-FFF2-40B4-BE49-F238E27FC236}">
                <a16:creationId xmlns:a16="http://schemas.microsoft.com/office/drawing/2014/main" id="{236C5E53-143E-1194-8419-A2FAE18742AA}"/>
              </a:ext>
            </a:extLst>
          </p:cNvPr>
          <p:cNvSpPr/>
          <p:nvPr/>
        </p:nvSpPr>
        <p:spPr>
          <a:xfrm rot="-2700000">
            <a:off x="9397153" y="3211382"/>
            <a:ext cx="479988" cy="284924"/>
          </a:xfrm>
          <a:prstGeom prst="rightArrow">
            <a:avLst>
              <a:gd name="adj1" fmla="val 66406"/>
              <a:gd name="adj2" fmla="val 50000"/>
            </a:avLst>
          </a:prstGeom>
          <a:solidFill>
            <a:srgbClr val="FFCDCD"/>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片 22">
            <a:extLst>
              <a:ext uri="{FF2B5EF4-FFF2-40B4-BE49-F238E27FC236}">
                <a16:creationId xmlns:a16="http://schemas.microsoft.com/office/drawing/2014/main" id="{46223B9A-03EB-10D2-CD39-85BCCA22B3D4}"/>
              </a:ext>
            </a:extLst>
          </p:cNvPr>
          <p:cNvPicPr>
            <a:picLocks noChangeAspect="1"/>
          </p:cNvPicPr>
          <p:nvPr/>
        </p:nvPicPr>
        <p:blipFill>
          <a:blip r:embed="rId7"/>
          <a:stretch>
            <a:fillRect/>
          </a:stretch>
        </p:blipFill>
        <p:spPr>
          <a:xfrm>
            <a:off x="2657956" y="2974141"/>
            <a:ext cx="1956944" cy="1082249"/>
          </a:xfrm>
          <a:prstGeom prst="rect">
            <a:avLst/>
          </a:prstGeom>
        </p:spPr>
      </p:pic>
      <p:sp>
        <p:nvSpPr>
          <p:cNvPr id="26" name="箭头: 右 25">
            <a:extLst>
              <a:ext uri="{FF2B5EF4-FFF2-40B4-BE49-F238E27FC236}">
                <a16:creationId xmlns:a16="http://schemas.microsoft.com/office/drawing/2014/main" id="{CAFFB993-1D57-2E73-26DE-FCAF2B802F69}"/>
              </a:ext>
            </a:extLst>
          </p:cNvPr>
          <p:cNvSpPr/>
          <p:nvPr/>
        </p:nvSpPr>
        <p:spPr>
          <a:xfrm rot="2700000" flipV="1">
            <a:off x="4569915" y="3204489"/>
            <a:ext cx="479988" cy="284924"/>
          </a:xfrm>
          <a:prstGeom prst="rightArrow">
            <a:avLst>
              <a:gd name="adj1" fmla="val 66406"/>
              <a:gd name="adj2" fmla="val 50000"/>
            </a:avLst>
          </a:prstGeom>
          <a:solidFill>
            <a:srgbClr val="F8CAAE"/>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箭头: 右 30">
            <a:extLst>
              <a:ext uri="{FF2B5EF4-FFF2-40B4-BE49-F238E27FC236}">
                <a16:creationId xmlns:a16="http://schemas.microsoft.com/office/drawing/2014/main" id="{245A635E-3B24-65F6-2D6E-D7C246CE8C5A}"/>
              </a:ext>
            </a:extLst>
          </p:cNvPr>
          <p:cNvSpPr/>
          <p:nvPr/>
        </p:nvSpPr>
        <p:spPr>
          <a:xfrm rot="5400000">
            <a:off x="10121936" y="4192921"/>
            <a:ext cx="1831695" cy="358543"/>
          </a:xfrm>
          <a:prstGeom prst="rightArrow">
            <a:avLst>
              <a:gd name="adj1" fmla="val 66406"/>
              <a:gd name="adj2" fmla="val 50000"/>
            </a:avLst>
          </a:prstGeom>
          <a:solidFill>
            <a:srgbClr val="B0BCDF"/>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圆角 32">
            <a:extLst>
              <a:ext uri="{FF2B5EF4-FFF2-40B4-BE49-F238E27FC236}">
                <a16:creationId xmlns:a16="http://schemas.microsoft.com/office/drawing/2014/main" id="{DA2C8187-E78C-6D46-F8D0-0C2890A6712A}"/>
              </a:ext>
            </a:extLst>
          </p:cNvPr>
          <p:cNvSpPr/>
          <p:nvPr/>
        </p:nvSpPr>
        <p:spPr>
          <a:xfrm>
            <a:off x="8032750" y="5623076"/>
            <a:ext cx="3878967" cy="509848"/>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Experimental p-</a:t>
            </a:r>
            <a:r>
              <a:rPr lang="en-US" altLang="zh-CN" sz="1400" dirty="0" err="1">
                <a:solidFill>
                  <a:schemeClr val="tx1"/>
                </a:solidFill>
              </a:rPr>
              <a:t>i</a:t>
            </a:r>
            <a:r>
              <a:rPr lang="en-US" altLang="zh-CN" sz="1400" dirty="0">
                <a:solidFill>
                  <a:schemeClr val="tx1"/>
                </a:solidFill>
              </a:rPr>
              <a:t>-n devices measurement</a:t>
            </a:r>
          </a:p>
          <a:p>
            <a:pPr algn="ctr"/>
            <a:r>
              <a:rPr lang="zh-CN" altLang="en-US" sz="1400" dirty="0">
                <a:solidFill>
                  <a:schemeClr val="tx1"/>
                </a:solidFill>
              </a:rPr>
              <a:t>（</a:t>
            </a:r>
            <a:r>
              <a:rPr lang="en-US" altLang="zh-CN" sz="1400" dirty="0">
                <a:solidFill>
                  <a:schemeClr val="tx1"/>
                </a:solidFill>
              </a:rPr>
              <a:t>PCE, V</a:t>
            </a:r>
            <a:r>
              <a:rPr lang="en-US" altLang="zh-CN" sz="1400" baseline="-25000" dirty="0">
                <a:solidFill>
                  <a:schemeClr val="tx1"/>
                </a:solidFill>
              </a:rPr>
              <a:t>OC</a:t>
            </a:r>
            <a:r>
              <a:rPr lang="en-US" altLang="zh-CN" sz="1400" dirty="0">
                <a:solidFill>
                  <a:schemeClr val="tx1"/>
                </a:solidFill>
              </a:rPr>
              <a:t>, J</a:t>
            </a:r>
            <a:r>
              <a:rPr lang="en-US" altLang="zh-CN" sz="1400" baseline="-25000" dirty="0">
                <a:solidFill>
                  <a:schemeClr val="tx1"/>
                </a:solidFill>
              </a:rPr>
              <a:t>SC</a:t>
            </a:r>
            <a:r>
              <a:rPr lang="en-US" altLang="zh-CN" sz="1400" dirty="0">
                <a:solidFill>
                  <a:schemeClr val="tx1"/>
                </a:solidFill>
              </a:rPr>
              <a:t>, FF)</a:t>
            </a:r>
            <a:endParaRPr lang="zh-CN" altLang="en-US" sz="1400" dirty="0">
              <a:solidFill>
                <a:schemeClr val="tx1"/>
              </a:solidFill>
            </a:endParaRPr>
          </a:p>
        </p:txBody>
      </p:sp>
      <p:sp>
        <p:nvSpPr>
          <p:cNvPr id="34" name="矩形: 圆角 33">
            <a:extLst>
              <a:ext uri="{FF2B5EF4-FFF2-40B4-BE49-F238E27FC236}">
                <a16:creationId xmlns:a16="http://schemas.microsoft.com/office/drawing/2014/main" id="{DADEF163-2BC5-ABFE-D67C-C2F96ED46671}"/>
              </a:ext>
            </a:extLst>
          </p:cNvPr>
          <p:cNvSpPr/>
          <p:nvPr/>
        </p:nvSpPr>
        <p:spPr>
          <a:xfrm>
            <a:off x="5295352" y="5619285"/>
            <a:ext cx="1905389" cy="509848"/>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Characterization: SEM, PL intensity</a:t>
            </a:r>
            <a:endParaRPr lang="zh-CN" altLang="en-US" sz="1400" dirty="0">
              <a:solidFill>
                <a:schemeClr val="tx1"/>
              </a:solidFill>
            </a:endParaRPr>
          </a:p>
        </p:txBody>
      </p:sp>
      <p:sp>
        <p:nvSpPr>
          <p:cNvPr id="36" name="矩形: 圆角 35">
            <a:extLst>
              <a:ext uri="{FF2B5EF4-FFF2-40B4-BE49-F238E27FC236}">
                <a16:creationId xmlns:a16="http://schemas.microsoft.com/office/drawing/2014/main" id="{FAD5631A-7295-393D-D7D9-BEF4B85E3344}"/>
              </a:ext>
            </a:extLst>
          </p:cNvPr>
          <p:cNvSpPr/>
          <p:nvPr/>
        </p:nvSpPr>
        <p:spPr>
          <a:xfrm>
            <a:off x="2327828" y="5619285"/>
            <a:ext cx="2110677" cy="509848"/>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New PV device with improved performance</a:t>
            </a:r>
            <a:endParaRPr lang="zh-CN" altLang="en-US" sz="1400" dirty="0">
              <a:solidFill>
                <a:schemeClr val="tx1"/>
              </a:solidFill>
            </a:endParaRPr>
          </a:p>
        </p:txBody>
      </p:sp>
      <p:pic>
        <p:nvPicPr>
          <p:cNvPr id="1028" name="Picture 4" descr="Contribution of various terms in the calculation of defect formation... | Download Scientific ...">
            <a:extLst>
              <a:ext uri="{FF2B5EF4-FFF2-40B4-BE49-F238E27FC236}">
                <a16:creationId xmlns:a16="http://schemas.microsoft.com/office/drawing/2014/main" id="{7D4A4B06-B879-7689-2096-DE1DA30CD43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119826" y="4244683"/>
            <a:ext cx="2713571" cy="1063082"/>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B4C6BC63-139A-A73D-A955-062A981F8647}"/>
              </a:ext>
            </a:extLst>
          </p:cNvPr>
          <p:cNvSpPr/>
          <p:nvPr/>
        </p:nvSpPr>
        <p:spPr>
          <a:xfrm flipH="1">
            <a:off x="7355641" y="5731747"/>
            <a:ext cx="479988" cy="284924"/>
          </a:xfrm>
          <a:prstGeom prst="rightArrow">
            <a:avLst>
              <a:gd name="adj1" fmla="val 66406"/>
              <a:gd name="adj2" fmla="val 50000"/>
            </a:avLst>
          </a:prstGeom>
          <a:solidFill>
            <a:srgbClr val="B0BCDF"/>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箭头: 右 39">
            <a:extLst>
              <a:ext uri="{FF2B5EF4-FFF2-40B4-BE49-F238E27FC236}">
                <a16:creationId xmlns:a16="http://schemas.microsoft.com/office/drawing/2014/main" id="{42A1B768-5B12-13F1-1FCA-D68A4E57442C}"/>
              </a:ext>
            </a:extLst>
          </p:cNvPr>
          <p:cNvSpPr/>
          <p:nvPr/>
        </p:nvSpPr>
        <p:spPr>
          <a:xfrm flipH="1">
            <a:off x="4591450" y="5731747"/>
            <a:ext cx="479988" cy="284924"/>
          </a:xfrm>
          <a:prstGeom prst="rightArrow">
            <a:avLst>
              <a:gd name="adj1" fmla="val 66406"/>
              <a:gd name="adj2" fmla="val 50000"/>
            </a:avLst>
          </a:prstGeom>
          <a:solidFill>
            <a:srgbClr val="B0BCDF"/>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32" name="直接连接符 1031">
            <a:extLst>
              <a:ext uri="{FF2B5EF4-FFF2-40B4-BE49-F238E27FC236}">
                <a16:creationId xmlns:a16="http://schemas.microsoft.com/office/drawing/2014/main" id="{C51AA94C-E35B-2D12-A9B1-D5F8F8649FD5}"/>
              </a:ext>
            </a:extLst>
          </p:cNvPr>
          <p:cNvCxnSpPr>
            <a:cxnSpLocks/>
          </p:cNvCxnSpPr>
          <p:nvPr/>
        </p:nvCxnSpPr>
        <p:spPr>
          <a:xfrm flipV="1">
            <a:off x="1176347" y="1377803"/>
            <a:ext cx="0" cy="929005"/>
          </a:xfrm>
          <a:prstGeom prst="line">
            <a:avLst/>
          </a:prstGeom>
          <a:ln w="38100">
            <a:solidFill>
              <a:srgbClr val="FFD991"/>
            </a:solidFill>
            <a:prstDash val="dash"/>
            <a:headEnd type="oval"/>
          </a:ln>
        </p:spPr>
        <p:style>
          <a:lnRef idx="2">
            <a:schemeClr val="accent1"/>
          </a:lnRef>
          <a:fillRef idx="0">
            <a:schemeClr val="accent1"/>
          </a:fillRef>
          <a:effectRef idx="1">
            <a:schemeClr val="accent1"/>
          </a:effectRef>
          <a:fontRef idx="minor">
            <a:schemeClr val="tx1"/>
          </a:fontRef>
        </p:style>
      </p:cxnSp>
      <p:cxnSp>
        <p:nvCxnSpPr>
          <p:cNvPr id="7" name="直接连接符 6">
            <a:extLst>
              <a:ext uri="{FF2B5EF4-FFF2-40B4-BE49-F238E27FC236}">
                <a16:creationId xmlns:a16="http://schemas.microsoft.com/office/drawing/2014/main" id="{6A29BE5C-A598-992F-A663-0815EB4184B9}"/>
              </a:ext>
            </a:extLst>
          </p:cNvPr>
          <p:cNvCxnSpPr>
            <a:cxnSpLocks/>
          </p:cNvCxnSpPr>
          <p:nvPr/>
        </p:nvCxnSpPr>
        <p:spPr>
          <a:xfrm flipH="1">
            <a:off x="0" y="1377803"/>
            <a:ext cx="1176347" cy="0"/>
          </a:xfrm>
          <a:prstGeom prst="line">
            <a:avLst/>
          </a:prstGeom>
          <a:ln w="38100">
            <a:solidFill>
              <a:srgbClr val="FFD991"/>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4152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EF3F73D-C2A8-CDCC-E4DB-3D8E70C9AF46}"/>
              </a:ext>
            </a:extLst>
          </p:cNvPr>
          <p:cNvSpPr>
            <a:spLocks noGrp="1"/>
          </p:cNvSpPr>
          <p:nvPr>
            <p:ph type="sldNum" sz="quarter" idx="12"/>
          </p:nvPr>
        </p:nvSpPr>
        <p:spPr/>
        <p:txBody>
          <a:bodyPr/>
          <a:lstStyle/>
          <a:p>
            <a:fld id="{5A846D4C-743D-4A62-AF1E-2CABDD37274B}" type="slidenum">
              <a:rPr lang="en-US" smtClean="0"/>
              <a:t>4</a:t>
            </a:fld>
            <a:endParaRPr lang="en-US" dirty="0"/>
          </a:p>
        </p:txBody>
      </p:sp>
      <p:grpSp>
        <p:nvGrpSpPr>
          <p:cNvPr id="10" name="组合 9">
            <a:extLst>
              <a:ext uri="{FF2B5EF4-FFF2-40B4-BE49-F238E27FC236}">
                <a16:creationId xmlns:a16="http://schemas.microsoft.com/office/drawing/2014/main" id="{0F73AFE1-C19A-0F43-7402-9D300EEEE185}"/>
              </a:ext>
            </a:extLst>
          </p:cNvPr>
          <p:cNvGrpSpPr/>
          <p:nvPr/>
        </p:nvGrpSpPr>
        <p:grpSpPr>
          <a:xfrm>
            <a:off x="1353687" y="2146270"/>
            <a:ext cx="3316918" cy="4050180"/>
            <a:chOff x="5014913" y="1911349"/>
            <a:chExt cx="2776537" cy="3390338"/>
          </a:xfrm>
        </p:grpSpPr>
        <p:sp>
          <p:nvSpPr>
            <p:cNvPr id="4" name="梯形 3">
              <a:extLst>
                <a:ext uri="{FF2B5EF4-FFF2-40B4-BE49-F238E27FC236}">
                  <a16:creationId xmlns:a16="http://schemas.microsoft.com/office/drawing/2014/main" id="{29A2C667-0FE7-34BE-72A6-15D0B33425D1}"/>
                </a:ext>
              </a:extLst>
            </p:cNvPr>
            <p:cNvSpPr/>
            <p:nvPr/>
          </p:nvSpPr>
          <p:spPr>
            <a:xfrm flipV="1">
              <a:off x="5014913" y="1911349"/>
              <a:ext cx="2776537" cy="504000"/>
            </a:xfrm>
            <a:prstGeom prst="trapezoid">
              <a:avLst>
                <a:gd name="adj" fmla="val 39879"/>
              </a:avLst>
            </a:prstGeom>
            <a:solidFill>
              <a:srgbClr val="F7AB8C"/>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梯形 4">
              <a:extLst>
                <a:ext uri="{FF2B5EF4-FFF2-40B4-BE49-F238E27FC236}">
                  <a16:creationId xmlns:a16="http://schemas.microsoft.com/office/drawing/2014/main" id="{D3BAF84B-FE9B-C1EE-2B8F-95637414A80E}"/>
                </a:ext>
              </a:extLst>
            </p:cNvPr>
            <p:cNvSpPr/>
            <p:nvPr/>
          </p:nvSpPr>
          <p:spPr>
            <a:xfrm flipV="1">
              <a:off x="5217320" y="2415347"/>
              <a:ext cx="2375296" cy="504000"/>
            </a:xfrm>
            <a:prstGeom prst="trapezoid">
              <a:avLst>
                <a:gd name="adj" fmla="val 39879"/>
              </a:avLst>
            </a:prstGeom>
            <a:solidFill>
              <a:srgbClr val="D0D0D0"/>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梯形 5">
              <a:extLst>
                <a:ext uri="{FF2B5EF4-FFF2-40B4-BE49-F238E27FC236}">
                  <a16:creationId xmlns:a16="http://schemas.microsoft.com/office/drawing/2014/main" id="{8D2B6B4C-4D8E-0C27-24CB-DF1F5A93697F}"/>
                </a:ext>
              </a:extLst>
            </p:cNvPr>
            <p:cNvSpPr/>
            <p:nvPr/>
          </p:nvSpPr>
          <p:spPr>
            <a:xfrm flipV="1">
              <a:off x="5424488" y="2919347"/>
              <a:ext cx="1964531" cy="504000"/>
            </a:xfrm>
            <a:prstGeom prst="trapezoid">
              <a:avLst>
                <a:gd name="adj" fmla="val 39879"/>
              </a:avLst>
            </a:prstGeom>
            <a:solidFill>
              <a:srgbClr val="FFD99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梯形 6">
              <a:extLst>
                <a:ext uri="{FF2B5EF4-FFF2-40B4-BE49-F238E27FC236}">
                  <a16:creationId xmlns:a16="http://schemas.microsoft.com/office/drawing/2014/main" id="{318F36FF-A269-E09A-44AD-E75440E47FCA}"/>
                </a:ext>
              </a:extLst>
            </p:cNvPr>
            <p:cNvSpPr/>
            <p:nvPr/>
          </p:nvSpPr>
          <p:spPr>
            <a:xfrm flipV="1">
              <a:off x="5634433" y="3434654"/>
              <a:ext cx="1549797" cy="504000"/>
            </a:xfrm>
            <a:prstGeom prst="trapezoid">
              <a:avLst>
                <a:gd name="adj" fmla="val 39879"/>
              </a:avLst>
            </a:prstGeom>
            <a:solidFill>
              <a:srgbClr val="A5C1E5"/>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梯形 7">
              <a:extLst>
                <a:ext uri="{FF2B5EF4-FFF2-40B4-BE49-F238E27FC236}">
                  <a16:creationId xmlns:a16="http://schemas.microsoft.com/office/drawing/2014/main" id="{65F4CC04-148A-2F73-3734-ED03AC98176F}"/>
                </a:ext>
              </a:extLst>
            </p:cNvPr>
            <p:cNvSpPr/>
            <p:nvPr/>
          </p:nvSpPr>
          <p:spPr>
            <a:xfrm flipV="1">
              <a:off x="5837433" y="3940437"/>
              <a:ext cx="1139034" cy="504000"/>
            </a:xfrm>
            <a:prstGeom prst="trapezoid">
              <a:avLst>
                <a:gd name="adj" fmla="val 39879"/>
              </a:avLst>
            </a:prstGeom>
            <a:solidFill>
              <a:srgbClr val="AED29F"/>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a:extLst>
                <a:ext uri="{FF2B5EF4-FFF2-40B4-BE49-F238E27FC236}">
                  <a16:creationId xmlns:a16="http://schemas.microsoft.com/office/drawing/2014/main" id="{7892AA58-3BC0-D1EB-E7BF-37A5464E0A74}"/>
                </a:ext>
              </a:extLst>
            </p:cNvPr>
            <p:cNvSpPr/>
            <p:nvPr/>
          </p:nvSpPr>
          <p:spPr>
            <a:xfrm flipV="1">
              <a:off x="6048375" y="4444437"/>
              <a:ext cx="723900" cy="857250"/>
            </a:xfrm>
            <a:prstGeom prst="triangle">
              <a:avLst/>
            </a:prstGeom>
            <a:solidFill>
              <a:srgbClr val="FFCDCD"/>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a:extLst>
              <a:ext uri="{FF2B5EF4-FFF2-40B4-BE49-F238E27FC236}">
                <a16:creationId xmlns:a16="http://schemas.microsoft.com/office/drawing/2014/main" id="{8B1AA6D9-7B3C-1A0A-4488-F3F166085F1E}"/>
              </a:ext>
            </a:extLst>
          </p:cNvPr>
          <p:cNvSpPr txBox="1"/>
          <p:nvPr/>
        </p:nvSpPr>
        <p:spPr>
          <a:xfrm>
            <a:off x="2420304" y="2235358"/>
            <a:ext cx="1233635" cy="430887"/>
          </a:xfrm>
          <a:prstGeom prst="rect">
            <a:avLst/>
          </a:prstGeom>
          <a:noFill/>
        </p:spPr>
        <p:txBody>
          <a:bodyPr wrap="square" rtlCol="0">
            <a:spAutoFit/>
          </a:bodyPr>
          <a:lstStyle/>
          <a:p>
            <a:pPr algn="ctr"/>
            <a:r>
              <a:rPr lang="en-US" altLang="zh-CN" sz="2200" dirty="0"/>
              <a:t>5 million</a:t>
            </a:r>
            <a:endParaRPr lang="zh-CN" altLang="en-US" sz="2200" dirty="0"/>
          </a:p>
        </p:txBody>
      </p:sp>
      <p:sp>
        <p:nvSpPr>
          <p:cNvPr id="12" name="文本框 11">
            <a:extLst>
              <a:ext uri="{FF2B5EF4-FFF2-40B4-BE49-F238E27FC236}">
                <a16:creationId xmlns:a16="http://schemas.microsoft.com/office/drawing/2014/main" id="{C7C1B714-470F-70C1-6603-A7E9A9F2FC44}"/>
              </a:ext>
            </a:extLst>
          </p:cNvPr>
          <p:cNvSpPr txBox="1"/>
          <p:nvPr/>
        </p:nvSpPr>
        <p:spPr>
          <a:xfrm>
            <a:off x="2592653" y="2837449"/>
            <a:ext cx="888937" cy="430887"/>
          </a:xfrm>
          <a:prstGeom prst="rect">
            <a:avLst/>
          </a:prstGeom>
          <a:noFill/>
        </p:spPr>
        <p:txBody>
          <a:bodyPr wrap="square" rtlCol="0">
            <a:spAutoFit/>
          </a:bodyPr>
          <a:lstStyle/>
          <a:p>
            <a:pPr algn="ctr"/>
            <a:r>
              <a:rPr lang="en-US" altLang="zh-CN" sz="2200" dirty="0"/>
              <a:t>8,027</a:t>
            </a:r>
            <a:endParaRPr lang="zh-CN" altLang="en-US" sz="2200" dirty="0"/>
          </a:p>
        </p:txBody>
      </p:sp>
      <p:sp>
        <p:nvSpPr>
          <p:cNvPr id="13" name="文本框 12">
            <a:extLst>
              <a:ext uri="{FF2B5EF4-FFF2-40B4-BE49-F238E27FC236}">
                <a16:creationId xmlns:a16="http://schemas.microsoft.com/office/drawing/2014/main" id="{24A7B13D-25F2-9953-9457-346DCA549060}"/>
              </a:ext>
            </a:extLst>
          </p:cNvPr>
          <p:cNvSpPr txBox="1"/>
          <p:nvPr/>
        </p:nvSpPr>
        <p:spPr>
          <a:xfrm>
            <a:off x="2592653" y="3474754"/>
            <a:ext cx="888937" cy="430887"/>
          </a:xfrm>
          <a:prstGeom prst="rect">
            <a:avLst/>
          </a:prstGeom>
          <a:noFill/>
        </p:spPr>
        <p:txBody>
          <a:bodyPr wrap="square" rtlCol="0">
            <a:spAutoFit/>
          </a:bodyPr>
          <a:lstStyle/>
          <a:p>
            <a:pPr algn="ctr"/>
            <a:r>
              <a:rPr lang="en-US" altLang="zh-CN" sz="2200" dirty="0"/>
              <a:t>7,169</a:t>
            </a:r>
            <a:endParaRPr lang="zh-CN" altLang="en-US" sz="2200" dirty="0"/>
          </a:p>
        </p:txBody>
      </p:sp>
      <p:sp>
        <p:nvSpPr>
          <p:cNvPr id="14" name="文本框 11">
            <a:extLst>
              <a:ext uri="{FF2B5EF4-FFF2-40B4-BE49-F238E27FC236}">
                <a16:creationId xmlns:a16="http://schemas.microsoft.com/office/drawing/2014/main" id="{C7C1B714-470F-70C1-6603-A7E9A9F2FC44}"/>
              </a:ext>
            </a:extLst>
          </p:cNvPr>
          <p:cNvSpPr txBox="1"/>
          <p:nvPr/>
        </p:nvSpPr>
        <p:spPr>
          <a:xfrm>
            <a:off x="2705637" y="4031091"/>
            <a:ext cx="662969"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dirty="0"/>
              <a:t>650</a:t>
            </a:r>
            <a:endParaRPr lang="zh-CN" altLang="en-US" sz="2200" dirty="0"/>
          </a:p>
        </p:txBody>
      </p:sp>
      <p:sp>
        <p:nvSpPr>
          <p:cNvPr id="15" name="文本框 11">
            <a:extLst>
              <a:ext uri="{FF2B5EF4-FFF2-40B4-BE49-F238E27FC236}">
                <a16:creationId xmlns:a16="http://schemas.microsoft.com/office/drawing/2014/main" id="{C7C1B714-470F-70C1-6603-A7E9A9F2FC44}"/>
              </a:ext>
            </a:extLst>
          </p:cNvPr>
          <p:cNvSpPr txBox="1"/>
          <p:nvPr/>
        </p:nvSpPr>
        <p:spPr>
          <a:xfrm>
            <a:off x="2705637" y="4662444"/>
            <a:ext cx="662969"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dirty="0"/>
              <a:t>572</a:t>
            </a:r>
            <a:endParaRPr lang="zh-CN" altLang="en-US" sz="2200" dirty="0"/>
          </a:p>
        </p:txBody>
      </p:sp>
      <p:sp>
        <p:nvSpPr>
          <p:cNvPr id="16" name="文本框 11">
            <a:extLst>
              <a:ext uri="{FF2B5EF4-FFF2-40B4-BE49-F238E27FC236}">
                <a16:creationId xmlns:a16="http://schemas.microsoft.com/office/drawing/2014/main" id="{C7C1B714-470F-70C1-6603-A7E9A9F2FC44}"/>
              </a:ext>
            </a:extLst>
          </p:cNvPr>
          <p:cNvSpPr txBox="1"/>
          <p:nvPr/>
        </p:nvSpPr>
        <p:spPr>
          <a:xfrm>
            <a:off x="2705637" y="5253517"/>
            <a:ext cx="662969"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dirty="0"/>
              <a:t>414</a:t>
            </a:r>
            <a:endParaRPr lang="zh-CN" altLang="en-US" sz="2200" dirty="0"/>
          </a:p>
        </p:txBody>
      </p:sp>
      <p:sp>
        <p:nvSpPr>
          <p:cNvPr id="17" name="矩形 16">
            <a:extLst>
              <a:ext uri="{FF2B5EF4-FFF2-40B4-BE49-F238E27FC236}">
                <a16:creationId xmlns:a16="http://schemas.microsoft.com/office/drawing/2014/main" id="{F1304A84-8C13-B688-4D94-7E0BD361048F}"/>
              </a:ext>
            </a:extLst>
          </p:cNvPr>
          <p:cNvSpPr/>
          <p:nvPr/>
        </p:nvSpPr>
        <p:spPr>
          <a:xfrm>
            <a:off x="5692958" y="2235358"/>
            <a:ext cx="4415564" cy="4308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ysClr val="windowText" lastClr="000000"/>
                </a:solidFill>
              </a:rPr>
              <a:t>PubChem database</a:t>
            </a:r>
            <a:endParaRPr lang="zh-CN" altLang="en-US" sz="2000" dirty="0">
              <a:solidFill>
                <a:sysClr val="windowText" lastClr="000000"/>
              </a:solidFill>
            </a:endParaRPr>
          </a:p>
        </p:txBody>
      </p:sp>
      <p:cxnSp>
        <p:nvCxnSpPr>
          <p:cNvPr id="19" name="直接箭头连接符 18">
            <a:extLst>
              <a:ext uri="{FF2B5EF4-FFF2-40B4-BE49-F238E27FC236}">
                <a16:creationId xmlns:a16="http://schemas.microsoft.com/office/drawing/2014/main" id="{C8DE3D15-A81F-5AA4-07E7-D420328D384C}"/>
              </a:ext>
            </a:extLst>
          </p:cNvPr>
          <p:cNvCxnSpPr>
            <a:cxnSpLocks/>
          </p:cNvCxnSpPr>
          <p:nvPr/>
        </p:nvCxnSpPr>
        <p:spPr>
          <a:xfrm>
            <a:off x="4846817" y="2461789"/>
            <a:ext cx="551593"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21" name="矩形 20">
            <a:extLst>
              <a:ext uri="{FF2B5EF4-FFF2-40B4-BE49-F238E27FC236}">
                <a16:creationId xmlns:a16="http://schemas.microsoft.com/office/drawing/2014/main" id="{A7329A31-5C5C-8BA1-0B99-50A608853D26}"/>
              </a:ext>
            </a:extLst>
          </p:cNvPr>
          <p:cNvSpPr/>
          <p:nvPr/>
        </p:nvSpPr>
        <p:spPr>
          <a:xfrm>
            <a:off x="5692958" y="2837449"/>
            <a:ext cx="4415564" cy="4308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ysClr val="windowText" lastClr="000000"/>
                </a:solidFill>
              </a:rPr>
              <a:t>Charge = -1 anions</a:t>
            </a:r>
            <a:endParaRPr lang="zh-CN" altLang="en-US" sz="2000" dirty="0">
              <a:solidFill>
                <a:sysClr val="windowText" lastClr="000000"/>
              </a:solidFill>
            </a:endParaRPr>
          </a:p>
        </p:txBody>
      </p:sp>
      <p:cxnSp>
        <p:nvCxnSpPr>
          <p:cNvPr id="22" name="直接箭头连接符 21">
            <a:extLst>
              <a:ext uri="{FF2B5EF4-FFF2-40B4-BE49-F238E27FC236}">
                <a16:creationId xmlns:a16="http://schemas.microsoft.com/office/drawing/2014/main" id="{BCFB413C-8EFF-D253-DBCB-B4A35AF6F797}"/>
              </a:ext>
            </a:extLst>
          </p:cNvPr>
          <p:cNvCxnSpPr>
            <a:cxnSpLocks/>
          </p:cNvCxnSpPr>
          <p:nvPr/>
        </p:nvCxnSpPr>
        <p:spPr>
          <a:xfrm>
            <a:off x="4607835" y="3063880"/>
            <a:ext cx="790575"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24" name="矩形 23">
            <a:extLst>
              <a:ext uri="{FF2B5EF4-FFF2-40B4-BE49-F238E27FC236}">
                <a16:creationId xmlns:a16="http://schemas.microsoft.com/office/drawing/2014/main" id="{B9EEEF2E-780C-7B9C-581A-24968285AA92}"/>
              </a:ext>
            </a:extLst>
          </p:cNvPr>
          <p:cNvSpPr/>
          <p:nvPr/>
        </p:nvSpPr>
        <p:spPr>
          <a:xfrm>
            <a:off x="5692957" y="3429000"/>
            <a:ext cx="4415565" cy="4308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ysClr val="windowText" lastClr="000000"/>
                </a:solidFill>
              </a:rPr>
              <a:t>Exist as Li/Na/K salts</a:t>
            </a:r>
            <a:endParaRPr lang="zh-CN" altLang="en-US" sz="2000" dirty="0">
              <a:solidFill>
                <a:sysClr val="windowText" lastClr="000000"/>
              </a:solidFill>
            </a:endParaRPr>
          </a:p>
        </p:txBody>
      </p:sp>
      <p:cxnSp>
        <p:nvCxnSpPr>
          <p:cNvPr id="25" name="直接箭头连接符 24">
            <a:extLst>
              <a:ext uri="{FF2B5EF4-FFF2-40B4-BE49-F238E27FC236}">
                <a16:creationId xmlns:a16="http://schemas.microsoft.com/office/drawing/2014/main" id="{D35593FE-3318-3EDC-2504-C21EDB664D55}"/>
              </a:ext>
            </a:extLst>
          </p:cNvPr>
          <p:cNvCxnSpPr>
            <a:cxnSpLocks/>
          </p:cNvCxnSpPr>
          <p:nvPr/>
        </p:nvCxnSpPr>
        <p:spPr>
          <a:xfrm>
            <a:off x="4357804" y="3655431"/>
            <a:ext cx="1040606"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26" name="矩形 25">
            <a:extLst>
              <a:ext uri="{FF2B5EF4-FFF2-40B4-BE49-F238E27FC236}">
                <a16:creationId xmlns:a16="http://schemas.microsoft.com/office/drawing/2014/main" id="{7640FCDC-1ABB-B632-DD3B-3B253FE38D53}"/>
              </a:ext>
            </a:extLst>
          </p:cNvPr>
          <p:cNvSpPr/>
          <p:nvPr/>
        </p:nvSpPr>
        <p:spPr>
          <a:xfrm>
            <a:off x="5692958" y="4031091"/>
            <a:ext cx="4415564" cy="4308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ysClr val="windowText" lastClr="000000"/>
                </a:solidFill>
              </a:rPr>
              <a:t>2&lt; non-hydrogen atoms &lt;5</a:t>
            </a:r>
            <a:endParaRPr lang="zh-CN" altLang="en-US" sz="2000" dirty="0">
              <a:solidFill>
                <a:sysClr val="windowText" lastClr="000000"/>
              </a:solidFill>
            </a:endParaRPr>
          </a:p>
        </p:txBody>
      </p:sp>
      <p:cxnSp>
        <p:nvCxnSpPr>
          <p:cNvPr id="27" name="直接箭头连接符 26">
            <a:extLst>
              <a:ext uri="{FF2B5EF4-FFF2-40B4-BE49-F238E27FC236}">
                <a16:creationId xmlns:a16="http://schemas.microsoft.com/office/drawing/2014/main" id="{12442389-E0D2-7FE1-8F02-046D7225A7F3}"/>
              </a:ext>
            </a:extLst>
          </p:cNvPr>
          <p:cNvCxnSpPr>
            <a:cxnSpLocks/>
          </p:cNvCxnSpPr>
          <p:nvPr/>
        </p:nvCxnSpPr>
        <p:spPr>
          <a:xfrm>
            <a:off x="4124441" y="4246534"/>
            <a:ext cx="1273969" cy="10988"/>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32" name="矩形 31">
            <a:extLst>
              <a:ext uri="{FF2B5EF4-FFF2-40B4-BE49-F238E27FC236}">
                <a16:creationId xmlns:a16="http://schemas.microsoft.com/office/drawing/2014/main" id="{6C50554A-3E27-5300-6760-26553746F18E}"/>
              </a:ext>
            </a:extLst>
          </p:cNvPr>
          <p:cNvSpPr/>
          <p:nvPr/>
        </p:nvSpPr>
        <p:spPr>
          <a:xfrm>
            <a:off x="5692957" y="4708069"/>
            <a:ext cx="4415565" cy="4308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ysClr val="windowText" lastClr="000000"/>
                </a:solidFill>
              </a:rPr>
              <a:t>Molecular weight &lt; 70</a:t>
            </a:r>
            <a:endParaRPr lang="zh-CN" altLang="en-US" sz="2000" dirty="0">
              <a:solidFill>
                <a:sysClr val="windowText" lastClr="000000"/>
              </a:solidFill>
            </a:endParaRPr>
          </a:p>
        </p:txBody>
      </p:sp>
      <p:cxnSp>
        <p:nvCxnSpPr>
          <p:cNvPr id="33" name="直接箭头连接符 32">
            <a:extLst>
              <a:ext uri="{FF2B5EF4-FFF2-40B4-BE49-F238E27FC236}">
                <a16:creationId xmlns:a16="http://schemas.microsoft.com/office/drawing/2014/main" id="{E2D232E3-6261-F72C-B7FF-E231814F6331}"/>
              </a:ext>
            </a:extLst>
          </p:cNvPr>
          <p:cNvCxnSpPr>
            <a:cxnSpLocks/>
          </p:cNvCxnSpPr>
          <p:nvPr/>
        </p:nvCxnSpPr>
        <p:spPr>
          <a:xfrm>
            <a:off x="3841073" y="4934500"/>
            <a:ext cx="1557337"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34" name="矩形 33">
            <a:extLst>
              <a:ext uri="{FF2B5EF4-FFF2-40B4-BE49-F238E27FC236}">
                <a16:creationId xmlns:a16="http://schemas.microsoft.com/office/drawing/2014/main" id="{960E557E-79DD-C9D0-ECF5-5CF41C00E474}"/>
              </a:ext>
            </a:extLst>
          </p:cNvPr>
          <p:cNvSpPr/>
          <p:nvPr/>
        </p:nvSpPr>
        <p:spPr>
          <a:xfrm>
            <a:off x="5692958" y="5338738"/>
            <a:ext cx="4415564" cy="4308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ysClr val="windowText" lastClr="000000"/>
                </a:solidFill>
              </a:rPr>
              <a:t>Hydrogen Bond Acceptor Count </a:t>
            </a:r>
            <a:r>
              <a:rPr lang="zh-CN" altLang="en-US" sz="2000" dirty="0">
                <a:solidFill>
                  <a:sysClr val="windowText" lastClr="000000"/>
                </a:solidFill>
              </a:rPr>
              <a:t>≠ </a:t>
            </a:r>
            <a:r>
              <a:rPr lang="en-US" altLang="zh-CN" sz="2000" dirty="0">
                <a:solidFill>
                  <a:sysClr val="windowText" lastClr="000000"/>
                </a:solidFill>
              </a:rPr>
              <a:t>0</a:t>
            </a:r>
            <a:endParaRPr lang="zh-CN" altLang="en-US" sz="2000" dirty="0">
              <a:solidFill>
                <a:sysClr val="windowText" lastClr="000000"/>
              </a:solidFill>
            </a:endParaRPr>
          </a:p>
        </p:txBody>
      </p:sp>
      <p:cxnSp>
        <p:nvCxnSpPr>
          <p:cNvPr id="35" name="直接箭头连接符 34">
            <a:extLst>
              <a:ext uri="{FF2B5EF4-FFF2-40B4-BE49-F238E27FC236}">
                <a16:creationId xmlns:a16="http://schemas.microsoft.com/office/drawing/2014/main" id="{81B697D6-D33C-4E89-F5A7-AD42895318F8}"/>
              </a:ext>
            </a:extLst>
          </p:cNvPr>
          <p:cNvCxnSpPr>
            <a:cxnSpLocks/>
          </p:cNvCxnSpPr>
          <p:nvPr/>
        </p:nvCxnSpPr>
        <p:spPr>
          <a:xfrm>
            <a:off x="3576754" y="5565169"/>
            <a:ext cx="1821656"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47" name="文本框 46">
            <a:extLst>
              <a:ext uri="{FF2B5EF4-FFF2-40B4-BE49-F238E27FC236}">
                <a16:creationId xmlns:a16="http://schemas.microsoft.com/office/drawing/2014/main" id="{D6BC03BF-A06D-649D-241F-EC22D6D170E2}"/>
              </a:ext>
            </a:extLst>
          </p:cNvPr>
          <p:cNvSpPr txBox="1"/>
          <p:nvPr/>
        </p:nvSpPr>
        <p:spPr>
          <a:xfrm>
            <a:off x="7022934" y="1619935"/>
            <a:ext cx="1755609" cy="369332"/>
          </a:xfrm>
          <a:prstGeom prst="rect">
            <a:avLst/>
          </a:prstGeom>
          <a:noFill/>
        </p:spPr>
        <p:txBody>
          <a:bodyPr wrap="none" rtlCol="0">
            <a:spAutoFit/>
          </a:bodyPr>
          <a:lstStyle/>
          <a:p>
            <a:r>
              <a:rPr lang="en-US" altLang="zh-CN" b="1" dirty="0"/>
              <a:t>Screening tiers</a:t>
            </a:r>
            <a:endParaRPr lang="zh-CN" altLang="en-US" b="1" dirty="0"/>
          </a:p>
        </p:txBody>
      </p:sp>
      <p:sp>
        <p:nvSpPr>
          <p:cNvPr id="48" name="文本框 47">
            <a:extLst>
              <a:ext uri="{FF2B5EF4-FFF2-40B4-BE49-F238E27FC236}">
                <a16:creationId xmlns:a16="http://schemas.microsoft.com/office/drawing/2014/main" id="{8BBAF6CC-C267-F0C9-F278-9616FFD42C93}"/>
              </a:ext>
            </a:extLst>
          </p:cNvPr>
          <p:cNvSpPr txBox="1"/>
          <p:nvPr/>
        </p:nvSpPr>
        <p:spPr>
          <a:xfrm>
            <a:off x="273652" y="304514"/>
            <a:ext cx="4500478" cy="574869"/>
          </a:xfrm>
          <a:prstGeom prst="rect">
            <a:avLst/>
          </a:prstGeom>
        </p:spPr>
        <p:txBody>
          <a:bodyPr vert="horz" lIns="91440" tIns="45720" rIns="91440" bIns="45720" rtlCol="0" anchor="ctr">
            <a:normAutofit lnSpcReduction="10000"/>
          </a:bodyPr>
          <a:lstStyle/>
          <a:p>
            <a:pPr>
              <a:spcBef>
                <a:spcPct val="0"/>
              </a:spcBef>
            </a:pPr>
            <a:r>
              <a:rPr lang="en-US" sz="3200" b="1" kern="1200" dirty="0">
                <a:solidFill>
                  <a:schemeClr val="tx1"/>
                </a:solidFill>
                <a:latin typeface="Segoe UI Black" panose="020B0A02040204020203" pitchFamily="34" charset="0"/>
                <a:ea typeface="Segoe UI Black" panose="020B0A02040204020203" pitchFamily="34" charset="0"/>
                <a:cs typeface="+mj-cs"/>
              </a:rPr>
              <a:t>Data screening</a:t>
            </a:r>
          </a:p>
        </p:txBody>
      </p:sp>
      <p:cxnSp>
        <p:nvCxnSpPr>
          <p:cNvPr id="49" name="直接连接符 48">
            <a:extLst>
              <a:ext uri="{FF2B5EF4-FFF2-40B4-BE49-F238E27FC236}">
                <a16:creationId xmlns:a16="http://schemas.microsoft.com/office/drawing/2014/main" id="{7E109FBC-0602-1522-2B53-02D524D2F519}"/>
              </a:ext>
            </a:extLst>
          </p:cNvPr>
          <p:cNvCxnSpPr>
            <a:cxnSpLocks/>
          </p:cNvCxnSpPr>
          <p:nvPr/>
        </p:nvCxnSpPr>
        <p:spPr>
          <a:xfrm>
            <a:off x="2989337" y="1377803"/>
            <a:ext cx="0" cy="704967"/>
          </a:xfrm>
          <a:prstGeom prst="line">
            <a:avLst/>
          </a:prstGeom>
          <a:ln w="38100">
            <a:solidFill>
              <a:srgbClr val="FFD991"/>
            </a:solidFill>
            <a:prstDash val="dash"/>
            <a:headEnd type="none"/>
            <a:tailEnd type="oval"/>
          </a:ln>
        </p:spPr>
        <p:style>
          <a:lnRef idx="2">
            <a:schemeClr val="accent1"/>
          </a:lnRef>
          <a:fillRef idx="0">
            <a:schemeClr val="accent1"/>
          </a:fillRef>
          <a:effectRef idx="1">
            <a:schemeClr val="accent1"/>
          </a:effectRef>
          <a:fontRef idx="minor">
            <a:schemeClr val="tx1"/>
          </a:fontRef>
        </p:style>
      </p:cxnSp>
      <p:cxnSp>
        <p:nvCxnSpPr>
          <p:cNvPr id="50" name="直接连接符 49">
            <a:extLst>
              <a:ext uri="{FF2B5EF4-FFF2-40B4-BE49-F238E27FC236}">
                <a16:creationId xmlns:a16="http://schemas.microsoft.com/office/drawing/2014/main" id="{0AD96E32-078E-FF20-8A22-6287FEA356E4}"/>
              </a:ext>
            </a:extLst>
          </p:cNvPr>
          <p:cNvCxnSpPr>
            <a:cxnSpLocks/>
          </p:cNvCxnSpPr>
          <p:nvPr/>
        </p:nvCxnSpPr>
        <p:spPr>
          <a:xfrm flipH="1">
            <a:off x="0" y="1377803"/>
            <a:ext cx="2989337" cy="0"/>
          </a:xfrm>
          <a:prstGeom prst="line">
            <a:avLst/>
          </a:prstGeom>
          <a:ln w="38100">
            <a:solidFill>
              <a:srgbClr val="FFD991"/>
            </a:solidFill>
            <a:prstDash val="dash"/>
          </a:ln>
        </p:spPr>
        <p:style>
          <a:lnRef idx="2">
            <a:schemeClr val="accent1"/>
          </a:lnRef>
          <a:fillRef idx="0">
            <a:schemeClr val="accent1"/>
          </a:fillRef>
          <a:effectRef idx="1">
            <a:schemeClr val="accent1"/>
          </a:effectRef>
          <a:fontRef idx="minor">
            <a:schemeClr val="tx1"/>
          </a:fontRef>
        </p:style>
      </p:cxnSp>
      <p:sp>
        <p:nvSpPr>
          <p:cNvPr id="56" name="矩形 55">
            <a:extLst>
              <a:ext uri="{FF2B5EF4-FFF2-40B4-BE49-F238E27FC236}">
                <a16:creationId xmlns:a16="http://schemas.microsoft.com/office/drawing/2014/main" id="{83E1EBFD-47A9-463E-CD66-04DDE91688C0}"/>
              </a:ext>
            </a:extLst>
          </p:cNvPr>
          <p:cNvSpPr/>
          <p:nvPr/>
        </p:nvSpPr>
        <p:spPr>
          <a:xfrm>
            <a:off x="10403070" y="2930302"/>
            <a:ext cx="267155" cy="267155"/>
          </a:xfrm>
          <a:prstGeom prst="rect">
            <a:avLst/>
          </a:prstGeom>
          <a:solidFill>
            <a:srgbClr val="FFD45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59" name="矩形 58">
            <a:extLst>
              <a:ext uri="{FF2B5EF4-FFF2-40B4-BE49-F238E27FC236}">
                <a16:creationId xmlns:a16="http://schemas.microsoft.com/office/drawing/2014/main" id="{09D7AA08-D62D-4A76-BE99-BB44F5CE5800}"/>
              </a:ext>
            </a:extLst>
          </p:cNvPr>
          <p:cNvSpPr/>
          <p:nvPr/>
        </p:nvSpPr>
        <p:spPr>
          <a:xfrm>
            <a:off x="10403069" y="3517027"/>
            <a:ext cx="267155" cy="267155"/>
          </a:xfrm>
          <a:prstGeom prst="rect">
            <a:avLst/>
          </a:prstGeom>
          <a:solidFill>
            <a:srgbClr val="FFD45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60" name="矩形 59">
            <a:extLst>
              <a:ext uri="{FF2B5EF4-FFF2-40B4-BE49-F238E27FC236}">
                <a16:creationId xmlns:a16="http://schemas.microsoft.com/office/drawing/2014/main" id="{BE5393DB-8C21-5ED6-8278-FB60B924B14A}"/>
              </a:ext>
            </a:extLst>
          </p:cNvPr>
          <p:cNvSpPr/>
          <p:nvPr/>
        </p:nvSpPr>
        <p:spPr>
          <a:xfrm>
            <a:off x="10403068" y="4123944"/>
            <a:ext cx="267155" cy="267155"/>
          </a:xfrm>
          <a:prstGeom prst="rect">
            <a:avLst/>
          </a:prstGeom>
          <a:solidFill>
            <a:srgbClr val="FFD45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61" name="矩形 60">
            <a:extLst>
              <a:ext uri="{FF2B5EF4-FFF2-40B4-BE49-F238E27FC236}">
                <a16:creationId xmlns:a16="http://schemas.microsoft.com/office/drawing/2014/main" id="{275EE152-B241-12C4-6079-C873E0E9BABA}"/>
              </a:ext>
            </a:extLst>
          </p:cNvPr>
          <p:cNvSpPr/>
          <p:nvPr/>
        </p:nvSpPr>
        <p:spPr>
          <a:xfrm>
            <a:off x="10403068" y="4800922"/>
            <a:ext cx="267155" cy="267155"/>
          </a:xfrm>
          <a:prstGeom prst="rect">
            <a:avLst/>
          </a:prstGeom>
          <a:solidFill>
            <a:srgbClr val="FFD45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62" name="矩形 61">
            <a:extLst>
              <a:ext uri="{FF2B5EF4-FFF2-40B4-BE49-F238E27FC236}">
                <a16:creationId xmlns:a16="http://schemas.microsoft.com/office/drawing/2014/main" id="{CC245FDF-61E4-BD3E-DEC0-5791DF64409C}"/>
              </a:ext>
            </a:extLst>
          </p:cNvPr>
          <p:cNvSpPr/>
          <p:nvPr/>
        </p:nvSpPr>
        <p:spPr>
          <a:xfrm>
            <a:off x="10403067" y="5410267"/>
            <a:ext cx="267155" cy="267155"/>
          </a:xfrm>
          <a:prstGeom prst="rect">
            <a:avLst/>
          </a:prstGeom>
          <a:solidFill>
            <a:srgbClr val="FFD45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spTree>
    <p:extLst>
      <p:ext uri="{BB962C8B-B14F-4D97-AF65-F5344CB8AC3E}">
        <p14:creationId xmlns:p14="http://schemas.microsoft.com/office/powerpoint/2010/main" val="3908341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21"/>
          <p:cNvSpPr>
            <a:spLocks noGrp="1"/>
          </p:cNvSpPr>
          <p:nvPr>
            <p:ph type="sldNum" sz="quarter" idx="12"/>
          </p:nvPr>
        </p:nvSpPr>
        <p:spPr/>
        <p:txBody>
          <a:bodyPr/>
          <a:lstStyle/>
          <a:p>
            <a:fld id="{5A846D4C-743D-4A62-AF1E-2CABDD37274B}" type="slidenum">
              <a:rPr lang="en-US" smtClean="0"/>
              <a:t>5</a:t>
            </a:fld>
            <a:endParaRPr lang="en-US"/>
          </a:p>
        </p:txBody>
      </p:sp>
      <p:sp>
        <p:nvSpPr>
          <p:cNvPr id="23" name="文本框 22"/>
          <p:cNvSpPr txBox="1"/>
          <p:nvPr/>
        </p:nvSpPr>
        <p:spPr>
          <a:xfrm>
            <a:off x="273652" y="304514"/>
            <a:ext cx="4500478" cy="574869"/>
          </a:xfrm>
          <a:prstGeom prst="rect">
            <a:avLst/>
          </a:prstGeom>
        </p:spPr>
        <p:txBody>
          <a:bodyPr vert="horz" lIns="91440" tIns="45720" rIns="91440" bIns="45720" rtlCol="0" anchor="ctr">
            <a:normAutofit lnSpcReduction="10000"/>
          </a:bodyPr>
          <a:lstStyle/>
          <a:p>
            <a:pPr>
              <a:spcBef>
                <a:spcPct val="0"/>
              </a:spcBef>
            </a:pPr>
            <a:r>
              <a:rPr lang="en-US" sz="3200" b="1" kern="1200">
                <a:solidFill>
                  <a:schemeClr val="tx1"/>
                </a:solidFill>
                <a:latin typeface="Segoe UI Black" panose="020B0A02040204020203" pitchFamily="34" charset="0"/>
                <a:ea typeface="Segoe UI Black" panose="020B0A02040204020203" pitchFamily="34" charset="0"/>
                <a:cs typeface="+mj-cs"/>
              </a:rPr>
              <a:t>Dataset Overview</a:t>
            </a:r>
          </a:p>
        </p:txBody>
      </p:sp>
      <p:sp>
        <p:nvSpPr>
          <p:cNvPr id="3" name="文本框 2">
            <a:extLst>
              <a:ext uri="{FF2B5EF4-FFF2-40B4-BE49-F238E27FC236}">
                <a16:creationId xmlns:a16="http://schemas.microsoft.com/office/drawing/2014/main" id="{50D01B9C-42AB-1ECF-A313-BC3CD4477393}"/>
              </a:ext>
            </a:extLst>
          </p:cNvPr>
          <p:cNvSpPr txBox="1"/>
          <p:nvPr/>
        </p:nvSpPr>
        <p:spPr>
          <a:xfrm>
            <a:off x="2735149" y="953027"/>
            <a:ext cx="6096000" cy="294824"/>
          </a:xfrm>
          <a:prstGeom prst="rect">
            <a:avLst/>
          </a:prstGeom>
          <a:noFill/>
        </p:spPr>
        <p:txBody>
          <a:bodyPr wrap="square">
            <a:spAutoFit/>
          </a:bodyPr>
          <a:lstStyle/>
          <a:p>
            <a:pPr algn="ctr">
              <a:lnSpc>
                <a:spcPct val="94000"/>
              </a:lnSpc>
              <a:spcBef>
                <a:spcPts val="600"/>
              </a:spcBef>
            </a:pPr>
            <a:r>
              <a:rPr lang="en-US" sz="1400" b="1" kern="50" spc="25" dirty="0">
                <a:effectLst/>
                <a:latin typeface="微软雅黑" panose="020B0503020204020204" pitchFamily="34" charset="-122"/>
                <a:ea typeface="微软雅黑" panose="020B0503020204020204" pitchFamily="34" charset="-122"/>
              </a:rPr>
              <a:t>Table 1. </a:t>
            </a:r>
            <a:r>
              <a:rPr lang="en-US" sz="1400" kern="50" spc="25" dirty="0">
                <a:effectLst/>
                <a:latin typeface="微软雅黑" panose="020B0503020204020204" pitchFamily="34" charset="-122"/>
                <a:ea typeface="微软雅黑" panose="020B0503020204020204" pitchFamily="34" charset="-122"/>
              </a:rPr>
              <a:t>Summary</a:t>
            </a:r>
            <a:r>
              <a:rPr lang="zh-CN" altLang="en-US" sz="1400" kern="50" spc="25" dirty="0">
                <a:effectLst/>
                <a:latin typeface="微软雅黑" panose="020B0503020204020204" pitchFamily="34" charset="-122"/>
                <a:ea typeface="微软雅黑" panose="020B0503020204020204" pitchFamily="34" charset="-122"/>
              </a:rPr>
              <a:t> </a:t>
            </a:r>
            <a:r>
              <a:rPr lang="en-US" altLang="zh-CN" sz="1400" kern="50" spc="25" dirty="0">
                <a:effectLst/>
                <a:latin typeface="微软雅黑" panose="020B0503020204020204" pitchFamily="34" charset="-122"/>
                <a:ea typeface="微软雅黑" panose="020B0503020204020204" pitchFamily="34" charset="-122"/>
              </a:rPr>
              <a:t>of</a:t>
            </a:r>
            <a:r>
              <a:rPr lang="zh-CN" altLang="en-US" sz="1400" kern="50" spc="25" dirty="0">
                <a:effectLst/>
                <a:latin typeface="微软雅黑" panose="020B0503020204020204" pitchFamily="34" charset="-122"/>
                <a:ea typeface="微软雅黑" panose="020B0503020204020204" pitchFamily="34" charset="-122"/>
              </a:rPr>
              <a:t> </a:t>
            </a:r>
            <a:r>
              <a:rPr lang="en-US" altLang="zh-CN" sz="1400" kern="50" spc="25" dirty="0">
                <a:effectLst/>
                <a:latin typeface="微软雅黑" panose="020B0503020204020204" pitchFamily="34" charset="-122"/>
                <a:ea typeface="微软雅黑" panose="020B0503020204020204" pitchFamily="34" charset="-122"/>
              </a:rPr>
              <a:t>molecular</a:t>
            </a:r>
            <a:r>
              <a:rPr lang="zh-CN" altLang="en-US" sz="1400" kern="50" spc="25" dirty="0">
                <a:effectLst/>
                <a:latin typeface="微软雅黑" panose="020B0503020204020204" pitchFamily="34" charset="-122"/>
                <a:ea typeface="微软雅黑" panose="020B0503020204020204" pitchFamily="34" charset="-122"/>
              </a:rPr>
              <a:t> </a:t>
            </a:r>
            <a:r>
              <a:rPr lang="en-US" altLang="zh-CN" sz="1400" kern="50" spc="25" dirty="0">
                <a:effectLst/>
                <a:latin typeface="微软雅黑" panose="020B0503020204020204" pitchFamily="34" charset="-122"/>
                <a:ea typeface="微软雅黑" panose="020B0503020204020204" pitchFamily="34" charset="-122"/>
              </a:rPr>
              <a:t>dataset</a:t>
            </a:r>
            <a:endParaRPr lang="en-US" sz="1400" dirty="0">
              <a:effectLst/>
              <a:latin typeface="微软雅黑" panose="020B0503020204020204" pitchFamily="34" charset="-122"/>
              <a:ea typeface="微软雅黑" panose="020B0503020204020204" pitchFamily="34" charset="-122"/>
            </a:endParaRPr>
          </a:p>
        </p:txBody>
      </p:sp>
      <p:graphicFrame>
        <p:nvGraphicFramePr>
          <p:cNvPr id="5" name="表格 4">
            <a:extLst>
              <a:ext uri="{FF2B5EF4-FFF2-40B4-BE49-F238E27FC236}">
                <a16:creationId xmlns:a16="http://schemas.microsoft.com/office/drawing/2014/main" id="{66D48A42-4DD3-8807-1339-819CEA156FC4}"/>
              </a:ext>
            </a:extLst>
          </p:cNvPr>
          <p:cNvGraphicFramePr>
            <a:graphicFrameLocks noGrp="1"/>
          </p:cNvGraphicFramePr>
          <p:nvPr/>
        </p:nvGraphicFramePr>
        <p:xfrm>
          <a:off x="853312" y="1298635"/>
          <a:ext cx="10437876" cy="18542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2949039">
                  <a:extLst>
                    <a:ext uri="{9D8B030D-6E8A-4147-A177-3AD203B41FA5}">
                      <a16:colId xmlns:a16="http://schemas.microsoft.com/office/drawing/2014/main" val="1711821598"/>
                    </a:ext>
                  </a:extLst>
                </a:gridCol>
                <a:gridCol w="7488837">
                  <a:extLst>
                    <a:ext uri="{9D8B030D-6E8A-4147-A177-3AD203B41FA5}">
                      <a16:colId xmlns:a16="http://schemas.microsoft.com/office/drawing/2014/main" val="1021077212"/>
                    </a:ext>
                  </a:extLst>
                </a:gridCol>
              </a:tblGrid>
              <a:tr h="370840">
                <a:tc>
                  <a:txBody>
                    <a:bodyPr/>
                    <a:lstStyle/>
                    <a:p>
                      <a:pPr algn="ctr"/>
                      <a:r>
                        <a:rPr lang="en-US" altLang="zh-CN" dirty="0"/>
                        <a:t>Item</a:t>
                      </a:r>
                      <a:endParaRPr lang="zh-CN" altLang="en-US" dirty="0"/>
                    </a:p>
                  </a:txBody>
                  <a:tcPr>
                    <a:solidFill>
                      <a:srgbClr val="003870"/>
                    </a:solidFill>
                  </a:tcPr>
                </a:tc>
                <a:tc>
                  <a:txBody>
                    <a:bodyPr/>
                    <a:lstStyle/>
                    <a:p>
                      <a:pPr algn="ctr"/>
                      <a:r>
                        <a:rPr lang="en-US" altLang="zh-CN" dirty="0"/>
                        <a:t>Description</a:t>
                      </a:r>
                      <a:endParaRPr lang="zh-CN" altLang="en-US" dirty="0"/>
                    </a:p>
                  </a:txBody>
                  <a:tcPr>
                    <a:solidFill>
                      <a:srgbClr val="003870"/>
                    </a:solidFill>
                  </a:tcPr>
                </a:tc>
                <a:extLst>
                  <a:ext uri="{0D108BD9-81ED-4DB2-BD59-A6C34878D82A}">
                    <a16:rowId xmlns:a16="http://schemas.microsoft.com/office/drawing/2014/main" val="234137060"/>
                  </a:ext>
                </a:extLst>
              </a:tr>
              <a:tr h="370840">
                <a:tc>
                  <a:txBody>
                    <a:bodyPr/>
                    <a:lstStyle/>
                    <a:p>
                      <a:pPr algn="ctr">
                        <a:buNone/>
                      </a:pPr>
                      <a:r>
                        <a:rPr lang="en" dirty="0"/>
                        <a:t>Molecules</a:t>
                      </a:r>
                    </a:p>
                  </a:txBody>
                  <a:tcPr anchor="ctr"/>
                </a:tc>
                <a:tc>
                  <a:txBody>
                    <a:bodyPr/>
                    <a:lstStyle/>
                    <a:p>
                      <a:pPr algn="ctr">
                        <a:buNone/>
                      </a:pPr>
                      <a:r>
                        <a:rPr lang="en" b="1" dirty="0"/>
                        <a:t>414</a:t>
                      </a:r>
                      <a:r>
                        <a:rPr lang="en" dirty="0"/>
                        <a:t> candidate molecules</a:t>
                      </a:r>
                    </a:p>
                  </a:txBody>
                  <a:tcPr anchor="ctr"/>
                </a:tc>
                <a:extLst>
                  <a:ext uri="{0D108BD9-81ED-4DB2-BD59-A6C34878D82A}">
                    <a16:rowId xmlns:a16="http://schemas.microsoft.com/office/drawing/2014/main" val="398106450"/>
                  </a:ext>
                </a:extLst>
              </a:tr>
              <a:tr h="370840">
                <a:tc>
                  <a:txBody>
                    <a:bodyPr/>
                    <a:lstStyle/>
                    <a:p>
                      <a:pPr algn="ctr">
                        <a:buNone/>
                      </a:pPr>
                      <a:r>
                        <a:rPr lang="en" dirty="0"/>
                        <a:t>Target label</a:t>
                      </a:r>
                    </a:p>
                  </a:txBody>
                  <a:tcPr anchor="ctr"/>
                </a:tc>
                <a:tc>
                  <a:txBody>
                    <a:bodyPr/>
                    <a:lstStyle/>
                    <a:p>
                      <a:pPr algn="ctr">
                        <a:buNone/>
                      </a:pPr>
                      <a:r>
                        <a:rPr lang="en" b="1" dirty="0"/>
                        <a:t>Binding energy</a:t>
                      </a:r>
                      <a:r>
                        <a:rPr lang="zh-CN" altLang="en-US" b="1" dirty="0"/>
                        <a:t> </a:t>
                      </a:r>
                      <a:r>
                        <a:rPr lang="en" altLang="zh-CN" dirty="0"/>
                        <a:t>(eV)</a:t>
                      </a:r>
                      <a:r>
                        <a:rPr lang="en" b="1" dirty="0"/>
                        <a:t> </a:t>
                      </a:r>
                      <a:r>
                        <a:rPr lang="en" dirty="0"/>
                        <a:t>between molecule and the</a:t>
                      </a:r>
                      <a:r>
                        <a:rPr lang="zh-CN" altLang="en-US" dirty="0"/>
                        <a:t> </a:t>
                      </a:r>
                      <a:r>
                        <a:rPr lang="en" dirty="0"/>
                        <a:t>perovskite surface</a:t>
                      </a:r>
                    </a:p>
                  </a:txBody>
                  <a:tcPr anchor="ctr"/>
                </a:tc>
                <a:extLst>
                  <a:ext uri="{0D108BD9-81ED-4DB2-BD59-A6C34878D82A}">
                    <a16:rowId xmlns:a16="http://schemas.microsoft.com/office/drawing/2014/main" val="957574858"/>
                  </a:ext>
                </a:extLst>
              </a:tr>
              <a:tr h="370840">
                <a:tc>
                  <a:txBody>
                    <a:bodyPr/>
                    <a:lstStyle/>
                    <a:p>
                      <a:pPr algn="ctr">
                        <a:buNone/>
                      </a:pPr>
                      <a:r>
                        <a:rPr lang="en" dirty="0"/>
                        <a:t>Application</a:t>
                      </a:r>
                    </a:p>
                  </a:txBody>
                  <a:tcPr anchor="ctr"/>
                </a:tc>
                <a:tc>
                  <a:txBody>
                    <a:bodyPr/>
                    <a:lstStyle/>
                    <a:p>
                      <a:pPr algn="ctr">
                        <a:buNone/>
                      </a:pPr>
                      <a:r>
                        <a:rPr lang="en" dirty="0"/>
                        <a:t>Screening </a:t>
                      </a:r>
                      <a:r>
                        <a:rPr lang="en" b="1" dirty="0"/>
                        <a:t>passivation</a:t>
                      </a:r>
                      <a:r>
                        <a:rPr lang="en" dirty="0"/>
                        <a:t> agents for perovskite surface </a:t>
                      </a:r>
                      <a:r>
                        <a:rPr lang="en" b="0" dirty="0"/>
                        <a:t>defects</a:t>
                      </a:r>
                    </a:p>
                  </a:txBody>
                  <a:tcPr anchor="ctr"/>
                </a:tc>
                <a:extLst>
                  <a:ext uri="{0D108BD9-81ED-4DB2-BD59-A6C34878D82A}">
                    <a16:rowId xmlns:a16="http://schemas.microsoft.com/office/drawing/2014/main" val="3144229992"/>
                  </a:ext>
                </a:extLst>
              </a:tr>
              <a:tr h="370840">
                <a:tc>
                  <a:txBody>
                    <a:bodyPr/>
                    <a:lstStyle/>
                    <a:p>
                      <a:pPr algn="ctr">
                        <a:buNone/>
                      </a:pPr>
                      <a:r>
                        <a:rPr lang="en" dirty="0"/>
                        <a:t>Input features</a:t>
                      </a:r>
                    </a:p>
                  </a:txBody>
                  <a:tcPr anchor="ctr"/>
                </a:tc>
                <a:tc>
                  <a:txBody>
                    <a:bodyPr/>
                    <a:lstStyle/>
                    <a:p>
                      <a:pPr algn="ctr">
                        <a:buNone/>
                      </a:pPr>
                      <a:r>
                        <a:rPr lang="en" b="1" dirty="0"/>
                        <a:t>33</a:t>
                      </a:r>
                      <a:r>
                        <a:rPr lang="en" dirty="0"/>
                        <a:t> raw descriptors</a:t>
                      </a:r>
                      <a:r>
                        <a:rPr lang="en-US" dirty="0"/>
                        <a:t>;</a:t>
                      </a:r>
                      <a:r>
                        <a:rPr lang="en" dirty="0"/>
                        <a:t> a selected subset is</a:t>
                      </a:r>
                      <a:r>
                        <a:rPr lang="zh-CN" altLang="en-US" dirty="0"/>
                        <a:t> </a:t>
                      </a:r>
                      <a:r>
                        <a:rPr lang="en" dirty="0"/>
                        <a:t>used for training</a:t>
                      </a:r>
                    </a:p>
                  </a:txBody>
                  <a:tcPr anchor="ctr"/>
                </a:tc>
                <a:extLst>
                  <a:ext uri="{0D108BD9-81ED-4DB2-BD59-A6C34878D82A}">
                    <a16:rowId xmlns:a16="http://schemas.microsoft.com/office/drawing/2014/main" val="3016740950"/>
                  </a:ext>
                </a:extLst>
              </a:tr>
            </a:tbl>
          </a:graphicData>
        </a:graphic>
      </p:graphicFrame>
      <p:grpSp>
        <p:nvGrpSpPr>
          <p:cNvPr id="24" name="组合 23">
            <a:extLst>
              <a:ext uri="{FF2B5EF4-FFF2-40B4-BE49-F238E27FC236}">
                <a16:creationId xmlns:a16="http://schemas.microsoft.com/office/drawing/2014/main" id="{5A8F5424-7F73-0B40-DDD3-CD078D07773A}"/>
              </a:ext>
            </a:extLst>
          </p:cNvPr>
          <p:cNvGrpSpPr/>
          <p:nvPr/>
        </p:nvGrpSpPr>
        <p:grpSpPr>
          <a:xfrm>
            <a:off x="3946366" y="3392529"/>
            <a:ext cx="3479286" cy="3232206"/>
            <a:chOff x="4019770" y="3321279"/>
            <a:chExt cx="3479286" cy="3232206"/>
          </a:xfrm>
        </p:grpSpPr>
        <p:sp>
          <p:nvSpPr>
            <p:cNvPr id="12" name="圆角矩形 11">
              <a:extLst>
                <a:ext uri="{FF2B5EF4-FFF2-40B4-BE49-F238E27FC236}">
                  <a16:creationId xmlns:a16="http://schemas.microsoft.com/office/drawing/2014/main" id="{0DCD2EFF-0B91-1BA2-CEB8-5780CECC05D6}"/>
                </a:ext>
              </a:extLst>
            </p:cNvPr>
            <p:cNvSpPr/>
            <p:nvPr/>
          </p:nvSpPr>
          <p:spPr>
            <a:xfrm>
              <a:off x="4019770" y="3321279"/>
              <a:ext cx="3479286" cy="3232206"/>
            </a:xfrm>
            <a:prstGeom prst="roundRect">
              <a:avLst/>
            </a:prstGeom>
            <a:solidFill>
              <a:schemeClr val="bg1">
                <a:lumMod val="95000"/>
              </a:schemeClr>
            </a:solidFill>
            <a:effectLst>
              <a:outerShdw blurRad="50800" dist="38100" dir="2700000" algn="tl" rotWithShape="0">
                <a:prstClr val="black">
                  <a:alpha val="40000"/>
                </a:prstClr>
              </a:outerShdw>
            </a:effectLst>
          </p:spPr>
          <p:txBody>
            <a:bodyPr wrap="square">
              <a:spAutoFit/>
            </a:bodyPr>
            <a:lstStyle/>
            <a:p>
              <a:endParaRPr lang="zh-CN" altLang="en-US" sz="2000" b="1" dirty="0">
                <a:solidFill>
                  <a:schemeClr val="tx1"/>
                </a:solidFill>
              </a:endParaRPr>
            </a:p>
          </p:txBody>
        </p:sp>
        <p:sp>
          <p:nvSpPr>
            <p:cNvPr id="14" name="文本框 13">
              <a:extLst>
                <a:ext uri="{FF2B5EF4-FFF2-40B4-BE49-F238E27FC236}">
                  <a16:creationId xmlns:a16="http://schemas.microsoft.com/office/drawing/2014/main" id="{A4630778-98CF-3737-3F73-475F3E435492}"/>
                </a:ext>
              </a:extLst>
            </p:cNvPr>
            <p:cNvSpPr txBox="1"/>
            <p:nvPr/>
          </p:nvSpPr>
          <p:spPr>
            <a:xfrm>
              <a:off x="4185437" y="3473599"/>
              <a:ext cx="3175871" cy="2923877"/>
            </a:xfrm>
            <a:prstGeom prst="rect">
              <a:avLst/>
            </a:prstGeom>
            <a:noFill/>
          </p:spPr>
          <p:txBody>
            <a:bodyPr wrap="square" rtlCol="0">
              <a:spAutoFit/>
            </a:bodyPr>
            <a:lstStyle/>
            <a:p>
              <a:r>
                <a:rPr lang="en" altLang="zh-CN" sz="2000" b="1" dirty="0">
                  <a:solidFill>
                    <a:srgbClr val="1F9E8A"/>
                  </a:solidFill>
                </a:rPr>
                <a:t>Physicochemical descriptors</a:t>
              </a:r>
              <a:endParaRPr lang="en" altLang="zh-CN" sz="2000" dirty="0">
                <a:solidFill>
                  <a:srgbClr val="1F9E8A"/>
                </a:solidFill>
              </a:endParaRPr>
            </a:p>
            <a:p>
              <a:endParaRPr lang="zh-CN" altLang="en-US" dirty="0"/>
            </a:p>
            <a:p>
              <a:r>
                <a:rPr lang="en" altLang="zh-CN" dirty="0"/>
                <a:t>Exact mass</a:t>
              </a:r>
              <a:r>
                <a:rPr lang="zh-CN" altLang="en-US" dirty="0"/>
                <a:t> </a:t>
              </a:r>
              <a:r>
                <a:rPr lang="en" altLang="zh-CN" dirty="0"/>
                <a:t>→ captures</a:t>
              </a:r>
              <a:r>
                <a:rPr lang="zh-CN" altLang="en-US" dirty="0"/>
                <a:t> </a:t>
              </a:r>
              <a:r>
                <a:rPr lang="en" altLang="zh-CN" b="1" dirty="0"/>
                <a:t>size </a:t>
              </a:r>
              <a:r>
                <a:rPr lang="en" altLang="zh-CN" dirty="0"/>
                <a:t>and</a:t>
              </a:r>
              <a:r>
                <a:rPr lang="en" altLang="zh-CN" b="1" dirty="0"/>
                <a:t> steric fit</a:t>
              </a:r>
              <a:r>
                <a:rPr lang="en" altLang="zh-CN" dirty="0"/>
                <a:t> on the surface.</a:t>
              </a:r>
            </a:p>
            <a:p>
              <a:endParaRPr lang="en" altLang="zh-CN" dirty="0"/>
            </a:p>
            <a:p>
              <a:r>
                <a:rPr lang="en" altLang="zh-CN" dirty="0"/>
                <a:t>Topological Polar Surface</a:t>
              </a:r>
              <a:r>
                <a:rPr lang="zh-CN" altLang="en-US" dirty="0"/>
                <a:t> </a:t>
              </a:r>
              <a:r>
                <a:rPr lang="en-US" altLang="zh-CN" dirty="0"/>
                <a:t>Area</a:t>
              </a:r>
              <a:r>
                <a:rPr lang="zh-CN" altLang="en-US" dirty="0"/>
                <a:t> </a:t>
              </a:r>
              <a:r>
                <a:rPr lang="en-US" altLang="zh-CN" dirty="0"/>
                <a:t>(TPSA) </a:t>
              </a:r>
              <a:r>
                <a:rPr lang="en" altLang="zh-CN" dirty="0"/>
                <a:t>→ describes </a:t>
              </a:r>
              <a:r>
                <a:rPr lang="en" altLang="zh-CN" b="1" dirty="0"/>
                <a:t>polarity </a:t>
              </a:r>
              <a:r>
                <a:rPr lang="en" altLang="zh-CN" dirty="0"/>
                <a:t>and</a:t>
              </a:r>
              <a:r>
                <a:rPr lang="en" altLang="zh-CN" b="1" dirty="0"/>
                <a:t> hydrogen-bonding potential</a:t>
              </a:r>
              <a:r>
                <a:rPr lang="en" altLang="zh-CN" dirty="0"/>
                <a:t>.</a:t>
              </a:r>
            </a:p>
          </p:txBody>
        </p:sp>
        <p:pic>
          <p:nvPicPr>
            <p:cNvPr id="9" name="图形 8" descr="烧杯 纯色填充">
              <a:extLst>
                <a:ext uri="{FF2B5EF4-FFF2-40B4-BE49-F238E27FC236}">
                  <a16:creationId xmlns:a16="http://schemas.microsoft.com/office/drawing/2014/main" id="{D4C24021-72DE-B552-48A9-4FC79B45BF7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84655" y="3429000"/>
              <a:ext cx="914400" cy="914400"/>
            </a:xfrm>
            <a:prstGeom prst="rect">
              <a:avLst/>
            </a:prstGeom>
          </p:spPr>
        </p:pic>
      </p:grpSp>
      <p:grpSp>
        <p:nvGrpSpPr>
          <p:cNvPr id="25" name="组合 24">
            <a:extLst>
              <a:ext uri="{FF2B5EF4-FFF2-40B4-BE49-F238E27FC236}">
                <a16:creationId xmlns:a16="http://schemas.microsoft.com/office/drawing/2014/main" id="{96BAEB7E-71E9-CC97-F35F-FCED257C5BF9}"/>
              </a:ext>
            </a:extLst>
          </p:cNvPr>
          <p:cNvGrpSpPr/>
          <p:nvPr/>
        </p:nvGrpSpPr>
        <p:grpSpPr>
          <a:xfrm>
            <a:off x="7704316" y="3366024"/>
            <a:ext cx="3586872" cy="3258711"/>
            <a:chOff x="7907129" y="3294774"/>
            <a:chExt cx="3586872" cy="3258711"/>
          </a:xfrm>
        </p:grpSpPr>
        <p:sp>
          <p:nvSpPr>
            <p:cNvPr id="13" name="圆角矩形 12">
              <a:extLst>
                <a:ext uri="{FF2B5EF4-FFF2-40B4-BE49-F238E27FC236}">
                  <a16:creationId xmlns:a16="http://schemas.microsoft.com/office/drawing/2014/main" id="{E01FCB3A-E8E4-D653-4520-3D1CB85DBF95}"/>
                </a:ext>
              </a:extLst>
            </p:cNvPr>
            <p:cNvSpPr/>
            <p:nvPr/>
          </p:nvSpPr>
          <p:spPr>
            <a:xfrm>
              <a:off x="7907129" y="3294774"/>
              <a:ext cx="3586872" cy="3258711"/>
            </a:xfrm>
            <a:prstGeom prst="roundRect">
              <a:avLst/>
            </a:prstGeom>
            <a:solidFill>
              <a:schemeClr val="bg1">
                <a:lumMod val="95000"/>
              </a:schemeClr>
            </a:solidFill>
            <a:effectLst>
              <a:outerShdw blurRad="50800" dist="38100" dir="2700000" algn="tl" rotWithShape="0">
                <a:prstClr val="black">
                  <a:alpha val="40000"/>
                </a:prstClr>
              </a:outerShdw>
            </a:effectLst>
          </p:spPr>
          <p:txBody>
            <a:bodyPr wrap="square">
              <a:spAutoFit/>
            </a:bodyPr>
            <a:lstStyle/>
            <a:p>
              <a:endParaRPr lang="zh-CN" altLang="en-US" sz="2000" b="1" dirty="0">
                <a:solidFill>
                  <a:schemeClr val="tx1"/>
                </a:solidFill>
              </a:endParaRPr>
            </a:p>
          </p:txBody>
        </p:sp>
        <p:sp>
          <p:nvSpPr>
            <p:cNvPr id="16" name="文本框 15">
              <a:extLst>
                <a:ext uri="{FF2B5EF4-FFF2-40B4-BE49-F238E27FC236}">
                  <a16:creationId xmlns:a16="http://schemas.microsoft.com/office/drawing/2014/main" id="{C71AFAD1-3B9A-0C3E-8302-A7D2AD236190}"/>
                </a:ext>
              </a:extLst>
            </p:cNvPr>
            <p:cNvSpPr txBox="1"/>
            <p:nvPr/>
          </p:nvSpPr>
          <p:spPr>
            <a:xfrm>
              <a:off x="8084248" y="3472501"/>
              <a:ext cx="3291248" cy="2646878"/>
            </a:xfrm>
            <a:prstGeom prst="rect">
              <a:avLst/>
            </a:prstGeom>
            <a:noFill/>
          </p:spPr>
          <p:txBody>
            <a:bodyPr wrap="square">
              <a:spAutoFit/>
            </a:bodyPr>
            <a:lstStyle/>
            <a:p>
              <a:pPr>
                <a:buNone/>
              </a:pPr>
              <a:r>
                <a:rPr lang="en" altLang="zh-CN" sz="2000" b="1" dirty="0">
                  <a:solidFill>
                    <a:srgbClr val="F4A340"/>
                  </a:solidFill>
                  <a:effectLst/>
                  <a:latin typeface="Aptos" panose="020B0004020202020204" pitchFamily="34" charset="0"/>
                </a:rPr>
                <a:t>Interaction-related </a:t>
              </a:r>
            </a:p>
            <a:p>
              <a:pPr>
                <a:buNone/>
              </a:pPr>
              <a:r>
                <a:rPr lang="en" altLang="zh-CN" sz="2000" b="1" dirty="0">
                  <a:solidFill>
                    <a:srgbClr val="F4A340"/>
                  </a:solidFill>
                  <a:effectLst/>
                  <a:latin typeface="Aptos" panose="020B0004020202020204" pitchFamily="34" charset="0"/>
                </a:rPr>
                <a:t>counting descriptors</a:t>
              </a:r>
              <a:br>
                <a:rPr lang="zh-CN" altLang="en-US" dirty="0">
                  <a:latin typeface="Aptos" panose="020B0004020202020204" pitchFamily="34" charset="0"/>
                </a:rPr>
              </a:br>
              <a:endParaRPr lang="zh-CN" altLang="en-US" dirty="0">
                <a:latin typeface="Aptos" panose="020B0004020202020204" pitchFamily="34" charset="0"/>
              </a:endParaRPr>
            </a:p>
            <a:p>
              <a:pPr>
                <a:buNone/>
              </a:pPr>
              <a:r>
                <a:rPr lang="en" altLang="zh-CN" dirty="0">
                  <a:solidFill>
                    <a:srgbClr val="0E0E0E"/>
                  </a:solidFill>
                  <a:effectLst/>
                  <a:latin typeface="Aptos" panose="020B0004020202020204" pitchFamily="34" charset="0"/>
                </a:rPr>
                <a:t>H-bond acceptor / donor sites</a:t>
              </a:r>
              <a:r>
                <a:rPr lang="zh-CN" altLang="en-US" dirty="0">
                  <a:solidFill>
                    <a:srgbClr val="0E0E0E"/>
                  </a:solidFill>
                  <a:latin typeface="Aptos" panose="020B0004020202020204" pitchFamily="34" charset="0"/>
                </a:rPr>
                <a:t> </a:t>
              </a:r>
              <a:endParaRPr lang="en-US" altLang="zh-CN" dirty="0">
                <a:solidFill>
                  <a:srgbClr val="0E0E0E"/>
                </a:solidFill>
                <a:latin typeface="Aptos" panose="020B0004020202020204" pitchFamily="34" charset="0"/>
              </a:endParaRPr>
            </a:p>
            <a:p>
              <a:pPr>
                <a:buNone/>
              </a:pPr>
              <a:r>
                <a:rPr lang="en" altLang="zh-CN" dirty="0"/>
                <a:t>→ </a:t>
              </a:r>
              <a:r>
                <a:rPr lang="en" altLang="zh-CN" dirty="0">
                  <a:solidFill>
                    <a:srgbClr val="0E0E0E"/>
                  </a:solidFill>
                  <a:effectLst/>
                  <a:latin typeface="Aptos" panose="020B0004020202020204" pitchFamily="34" charset="0"/>
                </a:rPr>
                <a:t> </a:t>
              </a:r>
            </a:p>
            <a:p>
              <a:pPr>
                <a:buNone/>
              </a:pPr>
              <a:r>
                <a:rPr lang="en" altLang="zh-CN" dirty="0">
                  <a:solidFill>
                    <a:srgbClr val="0E0E0E"/>
                  </a:solidFill>
                  <a:latin typeface="Aptos" panose="020B0004020202020204" pitchFamily="34" charset="0"/>
                </a:rPr>
                <a:t>indicate</a:t>
              </a:r>
              <a:r>
                <a:rPr lang="en" altLang="zh-CN" dirty="0">
                  <a:solidFill>
                    <a:srgbClr val="0E0E0E"/>
                  </a:solidFill>
                  <a:effectLst/>
                  <a:latin typeface="Aptos" panose="020B0004020202020204" pitchFamily="34" charset="0"/>
                </a:rPr>
                <a:t> the </a:t>
              </a:r>
              <a:r>
                <a:rPr lang="en" altLang="zh-CN" b="1" dirty="0">
                  <a:solidFill>
                    <a:srgbClr val="0E0E0E"/>
                  </a:solidFill>
                  <a:effectLst/>
                  <a:latin typeface="Aptos" panose="020B0004020202020204" pitchFamily="34" charset="0"/>
                </a:rPr>
                <a:t>number </a:t>
              </a:r>
              <a:r>
                <a:rPr lang="en" altLang="zh-CN" dirty="0">
                  <a:solidFill>
                    <a:srgbClr val="0E0E0E"/>
                  </a:solidFill>
                  <a:effectLst/>
                  <a:latin typeface="Aptos" panose="020B0004020202020204" pitchFamily="34" charset="0"/>
                </a:rPr>
                <a:t>and </a:t>
              </a:r>
              <a:r>
                <a:rPr lang="en" altLang="zh-CN" b="1" dirty="0">
                  <a:solidFill>
                    <a:srgbClr val="0E0E0E"/>
                  </a:solidFill>
                  <a:effectLst/>
                  <a:latin typeface="Aptos" panose="020B0004020202020204" pitchFamily="34" charset="0"/>
                </a:rPr>
                <a:t>flexibility </a:t>
              </a:r>
              <a:r>
                <a:rPr lang="en" altLang="zh-CN" dirty="0">
                  <a:solidFill>
                    <a:srgbClr val="0E0E0E"/>
                  </a:solidFill>
                  <a:effectLst/>
                  <a:latin typeface="Aptos" panose="020B0004020202020204" pitchFamily="34" charset="0"/>
                </a:rPr>
                <a:t>of</a:t>
              </a:r>
              <a:r>
                <a:rPr lang="en" altLang="zh-CN" b="1" dirty="0">
                  <a:solidFill>
                    <a:srgbClr val="0E0E0E"/>
                  </a:solidFill>
                  <a:effectLst/>
                  <a:latin typeface="Aptos" panose="020B0004020202020204" pitchFamily="34" charset="0"/>
                </a:rPr>
                <a:t> potential binding sites</a:t>
              </a:r>
              <a:r>
                <a:rPr lang="en" altLang="zh-CN" dirty="0">
                  <a:solidFill>
                    <a:srgbClr val="0E0E0E"/>
                  </a:solidFill>
                  <a:effectLst/>
                  <a:latin typeface="Aptos" panose="020B0004020202020204" pitchFamily="34" charset="0"/>
                </a:rPr>
                <a:t> </a:t>
              </a:r>
              <a:r>
                <a:rPr lang="en" altLang="zh-CN" dirty="0">
                  <a:solidFill>
                    <a:srgbClr val="0E0E0E"/>
                  </a:solidFill>
                  <a:latin typeface="Aptos" panose="020B0004020202020204" pitchFamily="34" charset="0"/>
                </a:rPr>
                <a:t>for</a:t>
              </a:r>
              <a:r>
                <a:rPr lang="en" altLang="zh-CN" dirty="0">
                  <a:solidFill>
                    <a:srgbClr val="0E0E0E"/>
                  </a:solidFill>
                  <a:effectLst/>
                  <a:latin typeface="Aptos" panose="020B0004020202020204" pitchFamily="34" charset="0"/>
                </a:rPr>
                <a:t> under-coordinated Pb²⁺ defects</a:t>
              </a:r>
              <a:r>
                <a:rPr lang="en-US" altLang="zh-CN" dirty="0">
                  <a:solidFill>
                    <a:srgbClr val="0E0E0E"/>
                  </a:solidFill>
                  <a:effectLst/>
                  <a:latin typeface="Aptos" panose="020B0004020202020204" pitchFamily="34" charset="0"/>
                </a:rPr>
                <a:t>.</a:t>
              </a:r>
              <a:endParaRPr lang="en" altLang="zh-CN" dirty="0">
                <a:solidFill>
                  <a:srgbClr val="0E0E0E"/>
                </a:solidFill>
                <a:effectLst/>
                <a:latin typeface="Aptos" panose="020B0004020202020204" pitchFamily="34" charset="0"/>
              </a:endParaRPr>
            </a:p>
          </p:txBody>
        </p:sp>
        <p:pic>
          <p:nvPicPr>
            <p:cNvPr id="18" name="图形 17" descr="划线的圆圈 纯色填充">
              <a:extLst>
                <a:ext uri="{FF2B5EF4-FFF2-40B4-BE49-F238E27FC236}">
                  <a16:creationId xmlns:a16="http://schemas.microsoft.com/office/drawing/2014/main" id="{9C9FE998-B55E-58EC-61D5-36F4E51664A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45548" y="3476500"/>
              <a:ext cx="914400" cy="914400"/>
            </a:xfrm>
            <a:prstGeom prst="rect">
              <a:avLst/>
            </a:prstGeom>
          </p:spPr>
        </p:pic>
      </p:grpSp>
      <p:grpSp>
        <p:nvGrpSpPr>
          <p:cNvPr id="21" name="组合 20">
            <a:extLst>
              <a:ext uri="{FF2B5EF4-FFF2-40B4-BE49-F238E27FC236}">
                <a16:creationId xmlns:a16="http://schemas.microsoft.com/office/drawing/2014/main" id="{5F5B8C00-041C-E2D2-8A76-03DB8CF60ABF}"/>
              </a:ext>
            </a:extLst>
          </p:cNvPr>
          <p:cNvGrpSpPr/>
          <p:nvPr/>
        </p:nvGrpSpPr>
        <p:grpSpPr>
          <a:xfrm>
            <a:off x="853312" y="3392528"/>
            <a:ext cx="2827842" cy="3232207"/>
            <a:chOff x="853312" y="3321278"/>
            <a:chExt cx="2827842" cy="3232207"/>
          </a:xfrm>
        </p:grpSpPr>
        <p:sp>
          <p:nvSpPr>
            <p:cNvPr id="2" name="圆角矩形 1">
              <a:extLst>
                <a:ext uri="{FF2B5EF4-FFF2-40B4-BE49-F238E27FC236}">
                  <a16:creationId xmlns:a16="http://schemas.microsoft.com/office/drawing/2014/main" id="{23013B33-B957-BD64-9A3B-974A4ECE1107}"/>
                </a:ext>
              </a:extLst>
            </p:cNvPr>
            <p:cNvSpPr/>
            <p:nvPr/>
          </p:nvSpPr>
          <p:spPr>
            <a:xfrm>
              <a:off x="853312" y="3321278"/>
              <a:ext cx="2827842" cy="3232207"/>
            </a:xfrm>
            <a:prstGeom prst="roundRect">
              <a:avLst/>
            </a:prstGeom>
            <a:solidFill>
              <a:schemeClr val="bg1">
                <a:lumMod val="95000"/>
              </a:schemeClr>
            </a:solidFill>
            <a:effectLst>
              <a:outerShdw blurRad="50800" dist="38100" dir="2700000" algn="tl" rotWithShape="0">
                <a:prstClr val="black">
                  <a:alpha val="40000"/>
                </a:prstClr>
              </a:outerShdw>
            </a:effectLst>
          </p:spPr>
          <p:txBody>
            <a:bodyPr wrap="square">
              <a:spAutoFit/>
            </a:bodyPr>
            <a:lstStyle/>
            <a:p>
              <a:endParaRPr lang="zh-CN" altLang="en-US" sz="2000" b="1" dirty="0">
                <a:solidFill>
                  <a:schemeClr val="tx1"/>
                </a:solidFill>
              </a:endParaRPr>
            </a:p>
          </p:txBody>
        </p:sp>
        <p:sp>
          <p:nvSpPr>
            <p:cNvPr id="4" name="文本框 3">
              <a:extLst>
                <a:ext uri="{FF2B5EF4-FFF2-40B4-BE49-F238E27FC236}">
                  <a16:creationId xmlns:a16="http://schemas.microsoft.com/office/drawing/2014/main" id="{BEE341C0-DEAE-4DD0-F3DB-D6D9A2644D7A}"/>
                </a:ext>
              </a:extLst>
            </p:cNvPr>
            <p:cNvSpPr txBox="1"/>
            <p:nvPr/>
          </p:nvSpPr>
          <p:spPr>
            <a:xfrm>
              <a:off x="1105257" y="3473599"/>
              <a:ext cx="2470132" cy="2923877"/>
            </a:xfrm>
            <a:prstGeom prst="rect">
              <a:avLst/>
            </a:prstGeom>
            <a:noFill/>
          </p:spPr>
          <p:txBody>
            <a:bodyPr wrap="square" rtlCol="0">
              <a:spAutoFit/>
            </a:bodyPr>
            <a:lstStyle/>
            <a:p>
              <a:r>
                <a:rPr kumimoji="1" lang="en-US" altLang="zh-CN" sz="2000" b="1" dirty="0">
                  <a:solidFill>
                    <a:srgbClr val="00558C"/>
                  </a:solidFill>
                </a:rPr>
                <a:t>Structural</a:t>
              </a:r>
              <a:r>
                <a:rPr kumimoji="1" lang="zh-CN" altLang="en-US" sz="2000" b="1" dirty="0">
                  <a:solidFill>
                    <a:srgbClr val="00558C"/>
                  </a:solidFill>
                </a:rPr>
                <a:t> </a:t>
              </a:r>
              <a:r>
                <a:rPr kumimoji="1" lang="en-US" altLang="zh-CN" sz="2000" b="1" dirty="0">
                  <a:solidFill>
                    <a:srgbClr val="00558C"/>
                  </a:solidFill>
                </a:rPr>
                <a:t>identifiers</a:t>
              </a:r>
            </a:p>
            <a:p>
              <a:endParaRPr lang="en" altLang="zh-CN" dirty="0"/>
            </a:p>
            <a:p>
              <a:r>
                <a:rPr lang="en" altLang="zh-CN" dirty="0"/>
                <a:t>SMILES, InChI, molecular formula </a:t>
              </a:r>
            </a:p>
            <a:p>
              <a:r>
                <a:rPr lang="en" altLang="zh-CN" dirty="0"/>
                <a:t>→ </a:t>
              </a:r>
            </a:p>
            <a:p>
              <a:r>
                <a:rPr lang="en" altLang="zh-CN" dirty="0"/>
                <a:t>uniquely define molecular connectivity and </a:t>
              </a:r>
              <a:r>
                <a:rPr lang="en" altLang="zh-CN" b="1" dirty="0"/>
                <a:t>composition</a:t>
              </a:r>
              <a:r>
                <a:rPr lang="en" altLang="zh-CN" dirty="0"/>
                <a:t>.</a:t>
              </a:r>
            </a:p>
            <a:p>
              <a:endParaRPr kumimoji="1" lang="zh-CN" altLang="en-US" dirty="0"/>
            </a:p>
          </p:txBody>
        </p:sp>
        <p:pic>
          <p:nvPicPr>
            <p:cNvPr id="20" name="图形 19" descr="原子 纯色填充">
              <a:extLst>
                <a:ext uri="{FF2B5EF4-FFF2-40B4-BE49-F238E27FC236}">
                  <a16:creationId xmlns:a16="http://schemas.microsoft.com/office/drawing/2014/main" id="{80844868-69A0-651F-E042-D0C1FED5229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663774" y="3472501"/>
              <a:ext cx="914400" cy="914400"/>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E2839-9F09-F7AD-3DB8-CD12FD903C8E}"/>
            </a:ext>
          </a:extLst>
        </p:cNvPr>
        <p:cNvGrpSpPr/>
        <p:nvPr/>
      </p:nvGrpSpPr>
      <p:grpSpPr>
        <a:xfrm>
          <a:off x="0" y="0"/>
          <a:ext cx="0" cy="0"/>
          <a:chOff x="0" y="0"/>
          <a:chExt cx="0" cy="0"/>
        </a:xfrm>
      </p:grpSpPr>
      <p:sp>
        <p:nvSpPr>
          <p:cNvPr id="22" name="灯片编号占位符 21">
            <a:extLst>
              <a:ext uri="{FF2B5EF4-FFF2-40B4-BE49-F238E27FC236}">
                <a16:creationId xmlns:a16="http://schemas.microsoft.com/office/drawing/2014/main" id="{D4D19D27-2D23-2D97-DD6A-B34A7B346A9A}"/>
              </a:ext>
            </a:extLst>
          </p:cNvPr>
          <p:cNvSpPr>
            <a:spLocks noGrp="1"/>
          </p:cNvSpPr>
          <p:nvPr>
            <p:ph type="sldNum" sz="quarter" idx="12"/>
          </p:nvPr>
        </p:nvSpPr>
        <p:spPr/>
        <p:txBody>
          <a:bodyPr/>
          <a:lstStyle/>
          <a:p>
            <a:fld id="{5A846D4C-743D-4A62-AF1E-2CABDD37274B}" type="slidenum">
              <a:rPr lang="en-US" smtClean="0"/>
              <a:t>6</a:t>
            </a:fld>
            <a:endParaRPr lang="en-US"/>
          </a:p>
        </p:txBody>
      </p:sp>
      <p:sp>
        <p:nvSpPr>
          <p:cNvPr id="23" name="文本框 22">
            <a:extLst>
              <a:ext uri="{FF2B5EF4-FFF2-40B4-BE49-F238E27FC236}">
                <a16:creationId xmlns:a16="http://schemas.microsoft.com/office/drawing/2014/main" id="{79C0A701-0700-7A8C-867F-A128E695314C}"/>
              </a:ext>
            </a:extLst>
          </p:cNvPr>
          <p:cNvSpPr txBox="1"/>
          <p:nvPr/>
        </p:nvSpPr>
        <p:spPr>
          <a:xfrm>
            <a:off x="273652" y="304514"/>
            <a:ext cx="8286454" cy="574869"/>
          </a:xfrm>
          <a:prstGeom prst="rect">
            <a:avLst/>
          </a:prstGeom>
        </p:spPr>
        <p:txBody>
          <a:bodyPr vert="horz" lIns="91440" tIns="45720" rIns="91440" bIns="45720" rtlCol="0" anchor="ctr">
            <a:normAutofit lnSpcReduction="10000"/>
          </a:bodyPr>
          <a:lstStyle/>
          <a:p>
            <a:pPr>
              <a:spcBef>
                <a:spcPct val="0"/>
              </a:spcBef>
            </a:pPr>
            <a:r>
              <a:rPr lang="en-US" sz="3200" b="1" kern="1200" dirty="0">
                <a:solidFill>
                  <a:schemeClr val="tx1"/>
                </a:solidFill>
                <a:latin typeface="Segoe UI Black" panose="020B0A02040204020203" pitchFamily="34" charset="0"/>
                <a:ea typeface="Segoe UI Black" panose="020B0A02040204020203" pitchFamily="34" charset="0"/>
                <a:cs typeface="+mj-cs"/>
              </a:rPr>
              <a:t>Feature</a:t>
            </a:r>
            <a:r>
              <a:rPr lang="zh-CN" altLang="en-US" sz="3200" b="1" kern="1200" dirty="0">
                <a:solidFill>
                  <a:schemeClr val="tx1"/>
                </a:solidFill>
                <a:latin typeface="Segoe UI Black" panose="020B0A02040204020203" pitchFamily="34" charset="0"/>
                <a:ea typeface="Segoe UI Black" panose="020B0A02040204020203" pitchFamily="34" charset="0"/>
                <a:cs typeface="+mj-cs"/>
              </a:rPr>
              <a:t> </a:t>
            </a:r>
            <a:r>
              <a:rPr lang="en-US" altLang="zh-CN" sz="3200" b="1" kern="1200" dirty="0">
                <a:solidFill>
                  <a:schemeClr val="tx1"/>
                </a:solidFill>
                <a:latin typeface="Segoe UI Black" panose="020B0A02040204020203" pitchFamily="34" charset="0"/>
                <a:ea typeface="Segoe UI Black" panose="020B0A02040204020203" pitchFamily="34" charset="0"/>
                <a:cs typeface="+mj-cs"/>
              </a:rPr>
              <a:t>Distribution</a:t>
            </a:r>
            <a:r>
              <a:rPr lang="zh-CN" altLang="en-US" sz="3200" b="1" kern="1200" dirty="0">
                <a:solidFill>
                  <a:schemeClr val="tx1"/>
                </a:solidFill>
                <a:latin typeface="Segoe UI Black" panose="020B0A02040204020203" pitchFamily="34" charset="0"/>
                <a:ea typeface="Segoe UI Black" panose="020B0A02040204020203" pitchFamily="34" charset="0"/>
                <a:cs typeface="+mj-cs"/>
              </a:rPr>
              <a:t> </a:t>
            </a:r>
            <a:r>
              <a:rPr lang="en-US" altLang="zh-CN" sz="3200" b="1" kern="1200" dirty="0">
                <a:solidFill>
                  <a:schemeClr val="tx1"/>
                </a:solidFill>
                <a:latin typeface="Segoe UI Black" panose="020B0A02040204020203" pitchFamily="34" charset="0"/>
                <a:ea typeface="Segoe UI Black" panose="020B0A02040204020203" pitchFamily="34" charset="0"/>
                <a:cs typeface="+mj-cs"/>
              </a:rPr>
              <a:t>and</a:t>
            </a:r>
            <a:r>
              <a:rPr lang="zh-CN" altLang="en-US" sz="3200" b="1" kern="1200" dirty="0">
                <a:solidFill>
                  <a:schemeClr val="tx1"/>
                </a:solidFill>
                <a:latin typeface="Segoe UI Black" panose="020B0A02040204020203" pitchFamily="34" charset="0"/>
                <a:ea typeface="Segoe UI Black" panose="020B0A02040204020203" pitchFamily="34" charset="0"/>
                <a:cs typeface="+mj-cs"/>
              </a:rPr>
              <a:t> </a:t>
            </a:r>
            <a:r>
              <a:rPr lang="en-US" altLang="zh-CN" sz="3200" b="1" kern="1200" dirty="0">
                <a:solidFill>
                  <a:schemeClr val="tx1"/>
                </a:solidFill>
                <a:latin typeface="Segoe UI Black" panose="020B0A02040204020203" pitchFamily="34" charset="0"/>
                <a:ea typeface="Segoe UI Black" panose="020B0A02040204020203" pitchFamily="34" charset="0"/>
                <a:cs typeface="+mj-cs"/>
              </a:rPr>
              <a:t>Design</a:t>
            </a:r>
            <a:r>
              <a:rPr lang="zh-CN" altLang="en-US" sz="3200" b="1" kern="1200" dirty="0">
                <a:solidFill>
                  <a:schemeClr val="tx1"/>
                </a:solidFill>
                <a:latin typeface="Segoe UI Black" panose="020B0A02040204020203" pitchFamily="34" charset="0"/>
                <a:ea typeface="Segoe UI Black" panose="020B0A02040204020203" pitchFamily="34" charset="0"/>
                <a:cs typeface="+mj-cs"/>
              </a:rPr>
              <a:t> </a:t>
            </a:r>
            <a:r>
              <a:rPr lang="en-US" altLang="zh-CN" sz="3200" b="1" kern="1200" dirty="0">
                <a:solidFill>
                  <a:schemeClr val="tx1"/>
                </a:solidFill>
                <a:latin typeface="Segoe UI Black" panose="020B0A02040204020203" pitchFamily="34" charset="0"/>
                <a:ea typeface="Segoe UI Black" panose="020B0A02040204020203" pitchFamily="34" charset="0"/>
                <a:cs typeface="+mj-cs"/>
              </a:rPr>
              <a:t>Space</a:t>
            </a:r>
            <a:endParaRPr lang="en-US" sz="3200" b="1" kern="1200" dirty="0">
              <a:solidFill>
                <a:schemeClr val="tx1"/>
              </a:solidFill>
              <a:latin typeface="Segoe UI Black" panose="020B0A02040204020203" pitchFamily="34" charset="0"/>
              <a:ea typeface="Segoe UI Black" panose="020B0A02040204020203" pitchFamily="34" charset="0"/>
              <a:cs typeface="+mj-cs"/>
            </a:endParaRPr>
          </a:p>
        </p:txBody>
      </p:sp>
      <p:grpSp>
        <p:nvGrpSpPr>
          <p:cNvPr id="36" name="组合 35">
            <a:extLst>
              <a:ext uri="{FF2B5EF4-FFF2-40B4-BE49-F238E27FC236}">
                <a16:creationId xmlns:a16="http://schemas.microsoft.com/office/drawing/2014/main" id="{95253F37-CD28-2ED1-E594-50DA12C6893F}"/>
              </a:ext>
            </a:extLst>
          </p:cNvPr>
          <p:cNvGrpSpPr/>
          <p:nvPr/>
        </p:nvGrpSpPr>
        <p:grpSpPr>
          <a:xfrm>
            <a:off x="152558" y="1356845"/>
            <a:ext cx="4668680" cy="3944945"/>
            <a:chOff x="507487" y="1580608"/>
            <a:chExt cx="4668680" cy="3944945"/>
          </a:xfrm>
        </p:grpSpPr>
        <p:sp>
          <p:nvSpPr>
            <p:cNvPr id="3" name="文本框 2">
              <a:extLst>
                <a:ext uri="{FF2B5EF4-FFF2-40B4-BE49-F238E27FC236}">
                  <a16:creationId xmlns:a16="http://schemas.microsoft.com/office/drawing/2014/main" id="{54DEB8C3-867F-F794-A583-FE5AD30F90C3}"/>
                </a:ext>
              </a:extLst>
            </p:cNvPr>
            <p:cNvSpPr txBox="1"/>
            <p:nvPr/>
          </p:nvSpPr>
          <p:spPr>
            <a:xfrm>
              <a:off x="1223454" y="1580608"/>
              <a:ext cx="3668036" cy="294824"/>
            </a:xfrm>
            <a:prstGeom prst="rect">
              <a:avLst/>
            </a:prstGeom>
            <a:noFill/>
          </p:spPr>
          <p:txBody>
            <a:bodyPr wrap="square">
              <a:spAutoFit/>
            </a:bodyPr>
            <a:lstStyle/>
            <a:p>
              <a:pPr algn="ctr">
                <a:lnSpc>
                  <a:spcPct val="94000"/>
                </a:lnSpc>
                <a:spcBef>
                  <a:spcPts val="600"/>
                </a:spcBef>
              </a:pPr>
              <a:r>
                <a:rPr lang="en-US" sz="1400" b="1" kern="50" spc="25" dirty="0">
                  <a:latin typeface="微软雅黑" panose="020B0503020204020204" pitchFamily="34" charset="-122"/>
                  <a:ea typeface="微软雅黑" panose="020B0503020204020204" pitchFamily="34" charset="-122"/>
                </a:rPr>
                <a:t>Figure</a:t>
              </a:r>
              <a:r>
                <a:rPr lang="en-US" sz="1400" b="1" kern="50" spc="25" dirty="0">
                  <a:effectLst/>
                  <a:latin typeface="微软雅黑" panose="020B0503020204020204" pitchFamily="34" charset="-122"/>
                  <a:ea typeface="微软雅黑" panose="020B0503020204020204" pitchFamily="34" charset="-122"/>
                </a:rPr>
                <a:t> 1. </a:t>
              </a:r>
              <a:r>
                <a:rPr lang="en-US" sz="1400" kern="50" spc="25" dirty="0">
                  <a:effectLst/>
                  <a:latin typeface="微软雅黑" panose="020B0503020204020204" pitchFamily="34" charset="-122"/>
                  <a:ea typeface="微软雅黑" panose="020B0503020204020204" pitchFamily="34" charset="-122"/>
                </a:rPr>
                <a:t>Distribution of molecular size</a:t>
              </a:r>
              <a:endParaRPr lang="en-US" sz="1400" dirty="0">
                <a:effectLst/>
                <a:latin typeface="微软雅黑" panose="020B0503020204020204" pitchFamily="34" charset="-122"/>
                <a:ea typeface="微软雅黑" panose="020B0503020204020204" pitchFamily="34" charset="-122"/>
              </a:endParaRPr>
            </a:p>
          </p:txBody>
        </p:sp>
        <p:pic>
          <p:nvPicPr>
            <p:cNvPr id="21" name="图片 20" descr="图表, 直方图&#10;&#10;AI 生成的内容可能不正确。">
              <a:extLst>
                <a:ext uri="{FF2B5EF4-FFF2-40B4-BE49-F238E27FC236}">
                  <a16:creationId xmlns:a16="http://schemas.microsoft.com/office/drawing/2014/main" id="{FB421013-0187-4F97-1F34-E300AB89C5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487" y="1921849"/>
              <a:ext cx="4668680" cy="3603704"/>
            </a:xfrm>
            <a:prstGeom prst="rect">
              <a:avLst/>
            </a:prstGeom>
          </p:spPr>
        </p:pic>
      </p:grpSp>
      <p:grpSp>
        <p:nvGrpSpPr>
          <p:cNvPr id="35" name="组合 34">
            <a:extLst>
              <a:ext uri="{FF2B5EF4-FFF2-40B4-BE49-F238E27FC236}">
                <a16:creationId xmlns:a16="http://schemas.microsoft.com/office/drawing/2014/main" id="{5B27DBA9-2B9D-5329-3B25-EA3639619479}"/>
              </a:ext>
            </a:extLst>
          </p:cNvPr>
          <p:cNvGrpSpPr/>
          <p:nvPr/>
        </p:nvGrpSpPr>
        <p:grpSpPr>
          <a:xfrm>
            <a:off x="5311380" y="1049068"/>
            <a:ext cx="4746174" cy="2681139"/>
            <a:chOff x="5991495" y="1192289"/>
            <a:chExt cx="4746174" cy="2681139"/>
          </a:xfrm>
        </p:grpSpPr>
        <p:pic>
          <p:nvPicPr>
            <p:cNvPr id="29" name="图片 28" descr="图表, 条形图&#10;&#10;AI 生成的内容可能不正确。">
              <a:extLst>
                <a:ext uri="{FF2B5EF4-FFF2-40B4-BE49-F238E27FC236}">
                  <a16:creationId xmlns:a16="http://schemas.microsoft.com/office/drawing/2014/main" id="{C0418CE8-C6B0-2D51-F8C8-AEDCC29717A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91495" y="1564487"/>
              <a:ext cx="4606836" cy="2308941"/>
            </a:xfrm>
            <a:prstGeom prst="rect">
              <a:avLst/>
            </a:prstGeom>
          </p:spPr>
        </p:pic>
        <p:sp>
          <p:nvSpPr>
            <p:cNvPr id="31" name="文本框 30">
              <a:extLst>
                <a:ext uri="{FF2B5EF4-FFF2-40B4-BE49-F238E27FC236}">
                  <a16:creationId xmlns:a16="http://schemas.microsoft.com/office/drawing/2014/main" id="{EBCC0DD7-5268-7B0C-6F12-00F11719C17C}"/>
                </a:ext>
              </a:extLst>
            </p:cNvPr>
            <p:cNvSpPr txBox="1"/>
            <p:nvPr/>
          </p:nvSpPr>
          <p:spPr>
            <a:xfrm>
              <a:off x="6130834" y="1192289"/>
              <a:ext cx="4606835" cy="307777"/>
            </a:xfrm>
            <a:prstGeom prst="rect">
              <a:avLst/>
            </a:prstGeom>
            <a:noFill/>
          </p:spPr>
          <p:txBody>
            <a:bodyPr wrap="square">
              <a:spAutoFit/>
            </a:bodyPr>
            <a:lstStyle/>
            <a:p>
              <a:pPr>
                <a:buNone/>
              </a:pPr>
              <a:r>
                <a:rPr lang="en" altLang="zh-CN" sz="1400" b="1" kern="50" spc="25" dirty="0">
                  <a:latin typeface="微软雅黑" panose="020B0503020204020204" pitchFamily="34" charset="-122"/>
                  <a:ea typeface="微软雅黑" panose="020B0503020204020204" pitchFamily="34" charset="-122"/>
                </a:rPr>
                <a:t>Figure 2.</a:t>
              </a:r>
              <a:r>
                <a:rPr lang="en" altLang="zh-CN" sz="1400" kern="50" spc="25" dirty="0">
                  <a:latin typeface="微软雅黑" panose="020B0503020204020204" pitchFamily="34" charset="-122"/>
                  <a:ea typeface="微软雅黑" panose="020B0503020204020204" pitchFamily="34" charset="-122"/>
                </a:rPr>
                <a:t> Counts of H-bond donors and acceptors</a:t>
              </a:r>
            </a:p>
          </p:txBody>
        </p:sp>
      </p:grpSp>
      <p:grpSp>
        <p:nvGrpSpPr>
          <p:cNvPr id="34" name="组合 33">
            <a:extLst>
              <a:ext uri="{FF2B5EF4-FFF2-40B4-BE49-F238E27FC236}">
                <a16:creationId xmlns:a16="http://schemas.microsoft.com/office/drawing/2014/main" id="{60121FCF-E78E-5E87-4101-C43E297FD80B}"/>
              </a:ext>
            </a:extLst>
          </p:cNvPr>
          <p:cNvGrpSpPr/>
          <p:nvPr/>
        </p:nvGrpSpPr>
        <p:grpSpPr>
          <a:xfrm>
            <a:off x="5044324" y="4071124"/>
            <a:ext cx="5136063" cy="2615637"/>
            <a:chOff x="5601606" y="3937849"/>
            <a:chExt cx="5136063" cy="2615637"/>
          </a:xfrm>
        </p:grpSpPr>
        <p:pic>
          <p:nvPicPr>
            <p:cNvPr id="27" name="图片 26" descr="图表, 散点图&#10;&#10;AI 生成的内容可能不正确。">
              <a:extLst>
                <a:ext uri="{FF2B5EF4-FFF2-40B4-BE49-F238E27FC236}">
                  <a16:creationId xmlns:a16="http://schemas.microsoft.com/office/drawing/2014/main" id="{52A53572-9F65-E072-4C84-DBA2C6156A5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01606" y="4245626"/>
              <a:ext cx="5136063" cy="2307860"/>
            </a:xfrm>
            <a:prstGeom prst="rect">
              <a:avLst/>
            </a:prstGeom>
          </p:spPr>
        </p:pic>
        <p:sp>
          <p:nvSpPr>
            <p:cNvPr id="33" name="文本框 32">
              <a:extLst>
                <a:ext uri="{FF2B5EF4-FFF2-40B4-BE49-F238E27FC236}">
                  <a16:creationId xmlns:a16="http://schemas.microsoft.com/office/drawing/2014/main" id="{9D6C71C7-9807-182A-53C7-FD0F878B8611}"/>
                </a:ext>
              </a:extLst>
            </p:cNvPr>
            <p:cNvSpPr txBox="1"/>
            <p:nvPr/>
          </p:nvSpPr>
          <p:spPr>
            <a:xfrm>
              <a:off x="6450333" y="3937849"/>
              <a:ext cx="3967835" cy="307777"/>
            </a:xfrm>
            <a:prstGeom prst="rect">
              <a:avLst/>
            </a:prstGeom>
            <a:noFill/>
          </p:spPr>
          <p:txBody>
            <a:bodyPr wrap="square">
              <a:spAutoFit/>
            </a:bodyPr>
            <a:lstStyle/>
            <a:p>
              <a:r>
                <a:rPr lang="en" altLang="zh-CN" sz="1400" b="1" kern="50" spc="25" dirty="0">
                  <a:latin typeface="微软雅黑" panose="020B0503020204020204" pitchFamily="34" charset="-122"/>
                  <a:ea typeface="微软雅黑" panose="020B0503020204020204" pitchFamily="34" charset="-122"/>
                </a:rPr>
                <a:t>Figure 3.</a:t>
              </a:r>
              <a:r>
                <a:rPr lang="en" altLang="zh-CN" sz="1400" kern="50" spc="25" dirty="0">
                  <a:latin typeface="微软雅黑" panose="020B0503020204020204" pitchFamily="34" charset="-122"/>
                  <a:ea typeface="微软雅黑" panose="020B0503020204020204" pitchFamily="34" charset="-122"/>
                </a:rPr>
                <a:t> Exact Mass vs. Polar Surface Area</a:t>
              </a:r>
            </a:p>
          </p:txBody>
        </p:sp>
      </p:grpSp>
      <p:grpSp>
        <p:nvGrpSpPr>
          <p:cNvPr id="53" name="组合 52">
            <a:extLst>
              <a:ext uri="{FF2B5EF4-FFF2-40B4-BE49-F238E27FC236}">
                <a16:creationId xmlns:a16="http://schemas.microsoft.com/office/drawing/2014/main" id="{53E578C2-5F0C-4D74-3AD6-6A9E36775AAB}"/>
              </a:ext>
            </a:extLst>
          </p:cNvPr>
          <p:cNvGrpSpPr/>
          <p:nvPr/>
        </p:nvGrpSpPr>
        <p:grpSpPr>
          <a:xfrm>
            <a:off x="665018" y="5396183"/>
            <a:ext cx="4049097" cy="906527"/>
            <a:chOff x="737755" y="5365010"/>
            <a:chExt cx="4049097" cy="906527"/>
          </a:xfrm>
        </p:grpSpPr>
        <p:sp>
          <p:nvSpPr>
            <p:cNvPr id="52" name="文本框 51">
              <a:extLst>
                <a:ext uri="{FF2B5EF4-FFF2-40B4-BE49-F238E27FC236}">
                  <a16:creationId xmlns:a16="http://schemas.microsoft.com/office/drawing/2014/main" id="{DC2C8665-0ADD-296D-07A8-BB4EF366A5BE}"/>
                </a:ext>
              </a:extLst>
            </p:cNvPr>
            <p:cNvSpPr txBox="1"/>
            <p:nvPr/>
          </p:nvSpPr>
          <p:spPr>
            <a:xfrm>
              <a:off x="737755" y="5365010"/>
              <a:ext cx="4049097" cy="906527"/>
            </a:xfrm>
            <a:prstGeom prst="rect">
              <a:avLst/>
            </a:prstGeom>
            <a:solidFill>
              <a:schemeClr val="bg1">
                <a:lumMod val="95000"/>
              </a:schemeClr>
            </a:solidFill>
          </p:spPr>
          <p:txBody>
            <a:bodyPr wrap="square">
              <a:spAutoFit/>
            </a:bodyPr>
            <a:lstStyle/>
            <a:p>
              <a:pPr>
                <a:lnSpc>
                  <a:spcPct val="150000"/>
                </a:lnSpc>
                <a:buNone/>
              </a:pPr>
              <a:endParaRPr lang="fr-FR" altLang="zh-CN" sz="1600" dirty="0"/>
            </a:p>
          </p:txBody>
        </p:sp>
        <p:sp>
          <p:nvSpPr>
            <p:cNvPr id="37" name="文本框 36">
              <a:extLst>
                <a:ext uri="{FF2B5EF4-FFF2-40B4-BE49-F238E27FC236}">
                  <a16:creationId xmlns:a16="http://schemas.microsoft.com/office/drawing/2014/main" id="{CC36BD19-C66E-781F-6449-D914B172F406}"/>
                </a:ext>
              </a:extLst>
            </p:cNvPr>
            <p:cNvSpPr txBox="1"/>
            <p:nvPr/>
          </p:nvSpPr>
          <p:spPr>
            <a:xfrm>
              <a:off x="806646" y="5405884"/>
              <a:ext cx="3896169" cy="830997"/>
            </a:xfrm>
            <a:prstGeom prst="rect">
              <a:avLst/>
            </a:prstGeom>
            <a:noFill/>
          </p:spPr>
          <p:txBody>
            <a:bodyPr wrap="square" rtlCol="0">
              <a:spAutoFit/>
            </a:bodyPr>
            <a:lstStyle/>
            <a:p>
              <a:pPr algn="ctr"/>
              <a:r>
                <a:rPr lang="en" altLang="zh-CN" sz="1600" dirty="0"/>
                <a:t>Most molecules are </a:t>
              </a:r>
              <a:r>
                <a:rPr lang="en" altLang="zh-CN" sz="1600" b="1" dirty="0"/>
                <a:t>small</a:t>
              </a:r>
              <a:r>
                <a:rPr lang="en" altLang="zh-CN" sz="1600" dirty="0"/>
                <a:t> to </a:t>
              </a:r>
              <a:r>
                <a:rPr lang="en" altLang="zh-CN" sz="1600" b="1" dirty="0"/>
                <a:t>medium</a:t>
              </a:r>
              <a:r>
                <a:rPr lang="en" altLang="zh-CN" sz="1600" dirty="0"/>
                <a:t>-sized, with exact mass mainly between </a:t>
              </a:r>
              <a:r>
                <a:rPr lang="en-US" altLang="zh-CN" sz="1600" b="1" dirty="0"/>
                <a:t>40</a:t>
              </a:r>
              <a:r>
                <a:rPr lang="en" altLang="zh-CN" sz="1600" dirty="0"/>
                <a:t> and </a:t>
              </a:r>
              <a:r>
                <a:rPr lang="en" altLang="zh-CN" sz="1600" b="1" dirty="0"/>
                <a:t>1</a:t>
              </a:r>
              <a:r>
                <a:rPr lang="en-US" altLang="zh-CN" sz="1600" b="1" dirty="0"/>
                <a:t>0</a:t>
              </a:r>
              <a:r>
                <a:rPr lang="en" altLang="zh-CN" sz="1600" b="1" dirty="0"/>
                <a:t>0</a:t>
              </a:r>
              <a:r>
                <a:rPr lang="en" altLang="zh-CN" sz="1600" dirty="0"/>
                <a:t> Da.</a:t>
              </a:r>
            </a:p>
          </p:txBody>
        </p:sp>
      </p:grpSp>
      <p:grpSp>
        <p:nvGrpSpPr>
          <p:cNvPr id="57" name="组合 56">
            <a:extLst>
              <a:ext uri="{FF2B5EF4-FFF2-40B4-BE49-F238E27FC236}">
                <a16:creationId xmlns:a16="http://schemas.microsoft.com/office/drawing/2014/main" id="{9D342867-9228-1787-8B96-F4B1BB9BFBE7}"/>
              </a:ext>
            </a:extLst>
          </p:cNvPr>
          <p:cNvGrpSpPr/>
          <p:nvPr/>
        </p:nvGrpSpPr>
        <p:grpSpPr>
          <a:xfrm>
            <a:off x="10049384" y="1143491"/>
            <a:ext cx="1952482" cy="2363896"/>
            <a:chOff x="10122121" y="1112318"/>
            <a:chExt cx="1952482" cy="2363896"/>
          </a:xfrm>
        </p:grpSpPr>
        <p:sp>
          <p:nvSpPr>
            <p:cNvPr id="54" name="文本框 53">
              <a:extLst>
                <a:ext uri="{FF2B5EF4-FFF2-40B4-BE49-F238E27FC236}">
                  <a16:creationId xmlns:a16="http://schemas.microsoft.com/office/drawing/2014/main" id="{FF8E9144-6142-6BCD-335B-D60D1753B011}"/>
                </a:ext>
              </a:extLst>
            </p:cNvPr>
            <p:cNvSpPr txBox="1"/>
            <p:nvPr/>
          </p:nvSpPr>
          <p:spPr>
            <a:xfrm>
              <a:off x="10145873" y="1112318"/>
              <a:ext cx="1886796" cy="2363896"/>
            </a:xfrm>
            <a:prstGeom prst="rect">
              <a:avLst/>
            </a:prstGeom>
            <a:solidFill>
              <a:schemeClr val="bg1">
                <a:lumMod val="95000"/>
              </a:schemeClr>
            </a:solidFill>
          </p:spPr>
          <p:txBody>
            <a:bodyPr wrap="square">
              <a:spAutoFit/>
            </a:bodyPr>
            <a:lstStyle/>
            <a:p>
              <a:pPr>
                <a:lnSpc>
                  <a:spcPct val="150000"/>
                </a:lnSpc>
                <a:buNone/>
              </a:pPr>
              <a:endParaRPr lang="fr-FR" altLang="zh-CN" sz="1600" dirty="0"/>
            </a:p>
          </p:txBody>
        </p:sp>
        <p:sp>
          <p:nvSpPr>
            <p:cNvPr id="39" name="文本框 38">
              <a:extLst>
                <a:ext uri="{FF2B5EF4-FFF2-40B4-BE49-F238E27FC236}">
                  <a16:creationId xmlns:a16="http://schemas.microsoft.com/office/drawing/2014/main" id="{2A8442AB-738A-C06C-9F51-189AD2B0C6D2}"/>
                </a:ext>
              </a:extLst>
            </p:cNvPr>
            <p:cNvSpPr txBox="1"/>
            <p:nvPr/>
          </p:nvSpPr>
          <p:spPr>
            <a:xfrm>
              <a:off x="10122121" y="1130617"/>
              <a:ext cx="1952482" cy="2308324"/>
            </a:xfrm>
            <a:prstGeom prst="rect">
              <a:avLst/>
            </a:prstGeom>
            <a:noFill/>
          </p:spPr>
          <p:txBody>
            <a:bodyPr wrap="square">
              <a:spAutoFit/>
            </a:bodyPr>
            <a:lstStyle/>
            <a:p>
              <a:pPr algn="ctr">
                <a:buNone/>
              </a:pPr>
              <a:r>
                <a:rPr lang="en" altLang="zh-CN" sz="1600" dirty="0">
                  <a:solidFill>
                    <a:srgbClr val="0E0E0E"/>
                  </a:solidFill>
                  <a:effectLst/>
                </a:rPr>
                <a:t>Most molecules have </a:t>
              </a:r>
              <a:r>
                <a:rPr lang="en" altLang="zh-CN" sz="1600" b="1" dirty="0">
                  <a:solidFill>
                    <a:srgbClr val="0E0E0E"/>
                  </a:solidFill>
                  <a:effectLst/>
                </a:rPr>
                <a:t>1</a:t>
              </a:r>
              <a:r>
                <a:rPr lang="en" altLang="zh-CN" sz="1600" dirty="0">
                  <a:solidFill>
                    <a:srgbClr val="0E0E0E"/>
                  </a:solidFill>
                  <a:effectLst/>
                </a:rPr>
                <a:t>–</a:t>
              </a:r>
              <a:r>
                <a:rPr lang="en" altLang="zh-CN" sz="1600" b="1" dirty="0">
                  <a:solidFill>
                    <a:srgbClr val="0E0E0E"/>
                  </a:solidFill>
                  <a:effectLst/>
                </a:rPr>
                <a:t>2</a:t>
              </a:r>
              <a:r>
                <a:rPr lang="en" altLang="zh-CN" sz="1600" dirty="0">
                  <a:solidFill>
                    <a:srgbClr val="0E0E0E"/>
                  </a:solidFill>
                </a:rPr>
                <a:t> H-bond </a:t>
              </a:r>
              <a:r>
                <a:rPr lang="en" altLang="zh-CN" sz="1600" b="1" dirty="0">
                  <a:solidFill>
                    <a:srgbClr val="0E0E0E"/>
                  </a:solidFill>
                  <a:effectLst/>
                </a:rPr>
                <a:t>acceptor</a:t>
              </a:r>
              <a:r>
                <a:rPr lang="en" altLang="zh-CN" sz="1600" dirty="0">
                  <a:solidFill>
                    <a:srgbClr val="0E0E0E"/>
                  </a:solidFill>
                  <a:effectLst/>
                </a:rPr>
                <a:t> sites but </a:t>
              </a:r>
              <a:r>
                <a:rPr lang="en" altLang="zh-CN" sz="1600" b="1" dirty="0">
                  <a:solidFill>
                    <a:srgbClr val="0E0E0E"/>
                  </a:solidFill>
                  <a:effectLst/>
                </a:rPr>
                <a:t>no</a:t>
              </a:r>
              <a:r>
                <a:rPr lang="en" altLang="zh-CN" sz="1600" dirty="0">
                  <a:solidFill>
                    <a:srgbClr val="0E0E0E"/>
                  </a:solidFill>
                  <a:effectLst/>
                </a:rPr>
                <a:t> </a:t>
              </a:r>
              <a:r>
                <a:rPr lang="en" altLang="zh-CN" sz="1600" b="1" dirty="0">
                  <a:solidFill>
                    <a:srgbClr val="0E0E0E"/>
                  </a:solidFill>
                  <a:effectLst/>
                </a:rPr>
                <a:t>donors</a:t>
              </a:r>
              <a:r>
                <a:rPr lang="en" altLang="zh-CN" sz="1600" dirty="0">
                  <a:solidFill>
                    <a:srgbClr val="0E0E0E"/>
                  </a:solidFill>
                  <a:effectLst/>
                </a:rPr>
                <a:t>, indicating a design bias toward neutral </a:t>
              </a:r>
              <a:r>
                <a:rPr lang="en" altLang="zh-CN" sz="1600" b="1" dirty="0">
                  <a:solidFill>
                    <a:srgbClr val="0E0E0E"/>
                  </a:solidFill>
                  <a:effectLst/>
                </a:rPr>
                <a:t>Lewis base</a:t>
              </a:r>
              <a:r>
                <a:rPr lang="en" altLang="zh-CN" sz="1600" dirty="0">
                  <a:solidFill>
                    <a:srgbClr val="0E0E0E"/>
                  </a:solidFill>
                  <a:effectLst/>
                </a:rPr>
                <a:t> ligands for Pb²⁺ defect passivation.</a:t>
              </a:r>
            </a:p>
          </p:txBody>
        </p:sp>
      </p:grpSp>
      <p:sp>
        <p:nvSpPr>
          <p:cNvPr id="56" name="文本框 55">
            <a:extLst>
              <a:ext uri="{FF2B5EF4-FFF2-40B4-BE49-F238E27FC236}">
                <a16:creationId xmlns:a16="http://schemas.microsoft.com/office/drawing/2014/main" id="{32D52A86-BD83-FE40-374A-B05EEFB92276}"/>
              </a:ext>
            </a:extLst>
          </p:cNvPr>
          <p:cNvSpPr txBox="1"/>
          <p:nvPr/>
        </p:nvSpPr>
        <p:spPr>
          <a:xfrm>
            <a:off x="10192967" y="3984568"/>
            <a:ext cx="1659099" cy="2620651"/>
          </a:xfrm>
          <a:prstGeom prst="rect">
            <a:avLst/>
          </a:prstGeom>
          <a:solidFill>
            <a:schemeClr val="bg1">
              <a:lumMod val="95000"/>
            </a:schemeClr>
          </a:solidFill>
        </p:spPr>
        <p:txBody>
          <a:bodyPr wrap="square">
            <a:spAutoFit/>
          </a:bodyPr>
          <a:lstStyle/>
          <a:p>
            <a:pPr>
              <a:lnSpc>
                <a:spcPct val="150000"/>
              </a:lnSpc>
              <a:buNone/>
            </a:pPr>
            <a:endParaRPr lang="fr-FR" altLang="zh-CN" sz="1600" dirty="0"/>
          </a:p>
        </p:txBody>
      </p:sp>
      <p:sp>
        <p:nvSpPr>
          <p:cNvPr id="41" name="文本框 40">
            <a:extLst>
              <a:ext uri="{FF2B5EF4-FFF2-40B4-BE49-F238E27FC236}">
                <a16:creationId xmlns:a16="http://schemas.microsoft.com/office/drawing/2014/main" id="{427ADC70-3CA6-7DBF-BFED-7567DB36A0DC}"/>
              </a:ext>
            </a:extLst>
          </p:cNvPr>
          <p:cNvSpPr txBox="1"/>
          <p:nvPr/>
        </p:nvSpPr>
        <p:spPr>
          <a:xfrm>
            <a:off x="10147519" y="4017620"/>
            <a:ext cx="1763189" cy="2554545"/>
          </a:xfrm>
          <a:prstGeom prst="rect">
            <a:avLst/>
          </a:prstGeom>
          <a:noFill/>
        </p:spPr>
        <p:txBody>
          <a:bodyPr wrap="square">
            <a:spAutoFit/>
          </a:bodyPr>
          <a:lstStyle/>
          <a:p>
            <a:pPr algn="ctr">
              <a:buNone/>
            </a:pPr>
            <a:r>
              <a:rPr lang="en" altLang="zh-CN" sz="1600" dirty="0">
                <a:solidFill>
                  <a:srgbClr val="0E0E0E"/>
                </a:solidFill>
                <a:effectLst/>
              </a:rPr>
              <a:t>Many molecules are </a:t>
            </a:r>
            <a:r>
              <a:rPr lang="en" altLang="zh-CN" sz="1600" dirty="0">
                <a:solidFill>
                  <a:srgbClr val="88C039"/>
                </a:solidFill>
                <a:effectLst/>
              </a:rPr>
              <a:t>moderately</a:t>
            </a:r>
            <a:r>
              <a:rPr lang="en" altLang="zh-CN" sz="1600" dirty="0">
                <a:solidFill>
                  <a:srgbClr val="0E0E0E"/>
                </a:solidFill>
                <a:effectLst/>
              </a:rPr>
              <a:t> </a:t>
            </a:r>
            <a:r>
              <a:rPr lang="en" altLang="zh-CN" sz="1600" dirty="0">
                <a:solidFill>
                  <a:srgbClr val="88C039"/>
                </a:solidFill>
                <a:effectLst/>
              </a:rPr>
              <a:t>polar (TPSA ≈</a:t>
            </a:r>
            <a:r>
              <a:rPr lang="zh-CN" altLang="en-US" sz="1600" dirty="0">
                <a:solidFill>
                  <a:srgbClr val="88C039"/>
                </a:solidFill>
                <a:effectLst/>
              </a:rPr>
              <a:t> </a:t>
            </a:r>
            <a:r>
              <a:rPr lang="en-US" altLang="zh-CN" sz="1600" dirty="0">
                <a:solidFill>
                  <a:srgbClr val="88C039"/>
                </a:solidFill>
                <a:effectLst/>
              </a:rPr>
              <a:t>5-30</a:t>
            </a:r>
            <a:r>
              <a:rPr lang="en" altLang="zh-CN" sz="1600" dirty="0">
                <a:solidFill>
                  <a:srgbClr val="88C039"/>
                </a:solidFill>
                <a:effectLst/>
              </a:rPr>
              <a:t>)</a:t>
            </a:r>
            <a:r>
              <a:rPr lang="en" altLang="zh-CN" sz="1600" dirty="0">
                <a:solidFill>
                  <a:srgbClr val="0E0E0E"/>
                </a:solidFill>
                <a:effectLst/>
              </a:rPr>
              <a:t>, while about </a:t>
            </a:r>
            <a:r>
              <a:rPr lang="en-US" altLang="zh-CN" sz="1600" b="1" dirty="0">
                <a:solidFill>
                  <a:srgbClr val="0E0E0E"/>
                </a:solidFill>
                <a:effectLst/>
              </a:rPr>
              <a:t>1/3</a:t>
            </a:r>
            <a:r>
              <a:rPr lang="zh-CN" altLang="en-US" sz="1600" dirty="0">
                <a:solidFill>
                  <a:srgbClr val="0E0E0E"/>
                </a:solidFill>
                <a:effectLst/>
              </a:rPr>
              <a:t> </a:t>
            </a:r>
            <a:r>
              <a:rPr lang="en" altLang="zh-CN" sz="1600" dirty="0">
                <a:solidFill>
                  <a:srgbClr val="0E0E0E"/>
                </a:solidFill>
                <a:effectLst/>
              </a:rPr>
              <a:t>are </a:t>
            </a:r>
            <a:r>
              <a:rPr lang="en" altLang="zh-CN" sz="1600" dirty="0">
                <a:solidFill>
                  <a:srgbClr val="006600"/>
                </a:solidFill>
                <a:effectLst/>
              </a:rPr>
              <a:t>non-polar (TPSA = 0)</a:t>
            </a:r>
            <a:r>
              <a:rPr lang="en" altLang="zh-CN" sz="1600" dirty="0">
                <a:solidFill>
                  <a:srgbClr val="0E0E0E"/>
                </a:solidFill>
                <a:effectLst/>
              </a:rPr>
              <a:t>, giving a diverse size–polarity design space for binding-energy prediction.</a:t>
            </a:r>
          </a:p>
        </p:txBody>
      </p:sp>
      <p:cxnSp>
        <p:nvCxnSpPr>
          <p:cNvPr id="43" name="直线连接符 42">
            <a:extLst>
              <a:ext uri="{FF2B5EF4-FFF2-40B4-BE49-F238E27FC236}">
                <a16:creationId xmlns:a16="http://schemas.microsoft.com/office/drawing/2014/main" id="{5FF4F61B-DD3F-CB14-3D51-F158D8DACEF6}"/>
              </a:ext>
            </a:extLst>
          </p:cNvPr>
          <p:cNvCxnSpPr>
            <a:cxnSpLocks/>
          </p:cNvCxnSpPr>
          <p:nvPr/>
        </p:nvCxnSpPr>
        <p:spPr>
          <a:xfrm>
            <a:off x="5008219" y="966355"/>
            <a:ext cx="0" cy="5891645"/>
          </a:xfrm>
          <a:prstGeom prst="line">
            <a:avLst/>
          </a:prstGeom>
          <a:ln w="50800">
            <a:solidFill>
              <a:srgbClr val="003870"/>
            </a:solidFill>
          </a:ln>
        </p:spPr>
        <p:style>
          <a:lnRef idx="2">
            <a:schemeClr val="accent1"/>
          </a:lnRef>
          <a:fillRef idx="0">
            <a:schemeClr val="accent1"/>
          </a:fillRef>
          <a:effectRef idx="1">
            <a:schemeClr val="accent1"/>
          </a:effectRef>
          <a:fontRef idx="minor">
            <a:schemeClr val="tx1"/>
          </a:fontRef>
        </p:style>
      </p:cxnSp>
      <p:cxnSp>
        <p:nvCxnSpPr>
          <p:cNvPr id="44" name="直线连接符 43">
            <a:extLst>
              <a:ext uri="{FF2B5EF4-FFF2-40B4-BE49-F238E27FC236}">
                <a16:creationId xmlns:a16="http://schemas.microsoft.com/office/drawing/2014/main" id="{56C630B9-9C63-C7B8-FE3C-C96DF3236F33}"/>
              </a:ext>
            </a:extLst>
          </p:cNvPr>
          <p:cNvCxnSpPr>
            <a:cxnSpLocks/>
          </p:cNvCxnSpPr>
          <p:nvPr/>
        </p:nvCxnSpPr>
        <p:spPr>
          <a:xfrm flipH="1">
            <a:off x="5008219" y="3797891"/>
            <a:ext cx="7183781" cy="0"/>
          </a:xfrm>
          <a:prstGeom prst="line">
            <a:avLst/>
          </a:prstGeom>
          <a:ln w="50800">
            <a:solidFill>
              <a:srgbClr val="00387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71167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9355756" y="6374279"/>
            <a:ext cx="2743200" cy="365125"/>
          </a:xfrm>
        </p:spPr>
        <p:txBody>
          <a:bodyPr/>
          <a:lstStyle/>
          <a:p>
            <a:fld id="{5A846D4C-743D-4A62-AF1E-2CABDD37274B}" type="slidenum">
              <a:rPr lang="en-US" smtClean="0"/>
              <a:t>7</a:t>
            </a:fld>
            <a:endParaRPr lang="en-US"/>
          </a:p>
        </p:txBody>
      </p:sp>
      <p:sp>
        <p:nvSpPr>
          <p:cNvPr id="3" name="文本框 2"/>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sz="3200" b="1" kern="1200">
                <a:solidFill>
                  <a:schemeClr val="tx1"/>
                </a:solidFill>
                <a:latin typeface="Segoe UI Black" panose="020B0A02040204020203" pitchFamily="34" charset="0"/>
                <a:ea typeface="Segoe UI Black" panose="020B0A02040204020203" pitchFamily="34" charset="0"/>
                <a:cs typeface="+mj-cs"/>
              </a:rPr>
              <a:t>M</a:t>
            </a:r>
            <a:r>
              <a:rPr lang="en-US" altLang="zh-CN" sz="3200" b="1" kern="1200">
                <a:solidFill>
                  <a:schemeClr val="tx1"/>
                </a:solidFill>
                <a:latin typeface="Segoe UI Black" panose="020B0A02040204020203" pitchFamily="34" charset="0"/>
                <a:ea typeface="Segoe UI Black" panose="020B0A02040204020203" pitchFamily="34" charset="0"/>
                <a:cs typeface="+mj-cs"/>
              </a:rPr>
              <a:t>odel Construction for Energy Prediction</a:t>
            </a:r>
          </a:p>
        </p:txBody>
      </p:sp>
      <p:pic>
        <p:nvPicPr>
          <p:cNvPr id="18" name="图片 17" descr="图表, 散点图&#10;&#10;AI 生成的内容可能不正确。">
            <a:extLst>
              <a:ext uri="{FF2B5EF4-FFF2-40B4-BE49-F238E27FC236}">
                <a16:creationId xmlns:a16="http://schemas.microsoft.com/office/drawing/2014/main" id="{4F3C88BD-ECF6-91EC-BCF2-A5E342AC8DAB}"/>
              </a:ext>
            </a:extLst>
          </p:cNvPr>
          <p:cNvPicPr>
            <a:picLocks noChangeAspect="1"/>
          </p:cNvPicPr>
          <p:nvPr/>
        </p:nvPicPr>
        <p:blipFill>
          <a:blip r:embed="rId3" cstate="print">
            <a:extLst>
              <a:ext uri="{28A0092B-C50C-407E-A947-70E740481C1C}">
                <a14:useLocalDpi xmlns:a14="http://schemas.microsoft.com/office/drawing/2010/main" val="0"/>
              </a:ext>
            </a:extLst>
          </a:blip>
          <a:srcRect r="50000"/>
          <a:stretch>
            <a:fillRect/>
          </a:stretch>
        </p:blipFill>
        <p:spPr>
          <a:xfrm>
            <a:off x="512442" y="2829538"/>
            <a:ext cx="4617698" cy="3294672"/>
          </a:xfrm>
          <a:prstGeom prst="rect">
            <a:avLst/>
          </a:prstGeom>
        </p:spPr>
      </p:pic>
      <p:sp>
        <p:nvSpPr>
          <p:cNvPr id="22" name="文本框 21">
            <a:extLst>
              <a:ext uri="{FF2B5EF4-FFF2-40B4-BE49-F238E27FC236}">
                <a16:creationId xmlns:a16="http://schemas.microsoft.com/office/drawing/2014/main" id="{56E40542-B62A-92A0-D822-4EFB2B3F9429}"/>
              </a:ext>
            </a:extLst>
          </p:cNvPr>
          <p:cNvSpPr txBox="1"/>
          <p:nvPr/>
        </p:nvSpPr>
        <p:spPr>
          <a:xfrm>
            <a:off x="1820567" y="1094463"/>
            <a:ext cx="2054409" cy="369332"/>
          </a:xfrm>
          <a:prstGeom prst="rect">
            <a:avLst/>
          </a:prstGeom>
          <a:noFill/>
        </p:spPr>
        <p:txBody>
          <a:bodyPr wrap="none" rtlCol="0">
            <a:spAutoFit/>
          </a:bodyPr>
          <a:lstStyle/>
          <a:p>
            <a:r>
              <a:rPr lang="en-US" altLang="zh-CN" b="1" dirty="0">
                <a:solidFill>
                  <a:srgbClr val="003870"/>
                </a:solidFill>
              </a:rPr>
              <a:t>Linear Regression</a:t>
            </a:r>
          </a:p>
        </p:txBody>
      </p:sp>
      <p:pic>
        <p:nvPicPr>
          <p:cNvPr id="5" name="图片 4" descr="图表, 散点图&#10;&#10;AI 生成的内容可能不正确。">
            <a:extLst>
              <a:ext uri="{FF2B5EF4-FFF2-40B4-BE49-F238E27FC236}">
                <a16:creationId xmlns:a16="http://schemas.microsoft.com/office/drawing/2014/main" id="{DD99A068-6DFB-F797-3C49-1DD176EBB571}"/>
              </a:ext>
            </a:extLst>
          </p:cNvPr>
          <p:cNvPicPr>
            <a:picLocks noChangeAspect="1"/>
          </p:cNvPicPr>
          <p:nvPr/>
        </p:nvPicPr>
        <p:blipFill>
          <a:blip r:embed="rId4" cstate="print">
            <a:extLst>
              <a:ext uri="{28A0092B-C50C-407E-A947-70E740481C1C}">
                <a14:useLocalDpi xmlns:a14="http://schemas.microsoft.com/office/drawing/2010/main" val="0"/>
              </a:ext>
            </a:extLst>
          </a:blip>
          <a:srcRect l="50000"/>
          <a:stretch>
            <a:fillRect/>
          </a:stretch>
        </p:blipFill>
        <p:spPr>
          <a:xfrm>
            <a:off x="6632288" y="2814599"/>
            <a:ext cx="4391031" cy="3132949"/>
          </a:xfrm>
          <a:prstGeom prst="rect">
            <a:avLst/>
          </a:prstGeom>
        </p:spPr>
      </p:pic>
      <p:grpSp>
        <p:nvGrpSpPr>
          <p:cNvPr id="31" name="组合 30">
            <a:extLst>
              <a:ext uri="{FF2B5EF4-FFF2-40B4-BE49-F238E27FC236}">
                <a16:creationId xmlns:a16="http://schemas.microsoft.com/office/drawing/2014/main" id="{315549A5-42AB-7FB6-02E8-B47B10B1A6D0}"/>
              </a:ext>
            </a:extLst>
          </p:cNvPr>
          <p:cNvGrpSpPr/>
          <p:nvPr/>
        </p:nvGrpSpPr>
        <p:grpSpPr>
          <a:xfrm>
            <a:off x="355374" y="1681189"/>
            <a:ext cx="4984793" cy="972000"/>
            <a:chOff x="252530" y="1813557"/>
            <a:chExt cx="4984793" cy="972000"/>
          </a:xfrm>
        </p:grpSpPr>
        <p:grpSp>
          <p:nvGrpSpPr>
            <p:cNvPr id="10" name="组合 9">
              <a:extLst>
                <a:ext uri="{FF2B5EF4-FFF2-40B4-BE49-F238E27FC236}">
                  <a16:creationId xmlns:a16="http://schemas.microsoft.com/office/drawing/2014/main" id="{AAADE8A8-642B-6C09-75A6-2C5A8E7F6065}"/>
                </a:ext>
              </a:extLst>
            </p:cNvPr>
            <p:cNvGrpSpPr/>
            <p:nvPr/>
          </p:nvGrpSpPr>
          <p:grpSpPr>
            <a:xfrm>
              <a:off x="252530" y="1813557"/>
              <a:ext cx="1383594" cy="972000"/>
              <a:chOff x="252530" y="2052131"/>
              <a:chExt cx="1383594" cy="972000"/>
            </a:xfrm>
          </p:grpSpPr>
          <p:sp>
            <p:nvSpPr>
              <p:cNvPr id="8" name="圆角矩形 12">
                <a:extLst>
                  <a:ext uri="{FF2B5EF4-FFF2-40B4-BE49-F238E27FC236}">
                    <a16:creationId xmlns:a16="http://schemas.microsoft.com/office/drawing/2014/main" id="{CEA1CFA0-D7C8-D383-92F1-91C342F58F0B}"/>
                  </a:ext>
                </a:extLst>
              </p:cNvPr>
              <p:cNvSpPr/>
              <p:nvPr/>
            </p:nvSpPr>
            <p:spPr>
              <a:xfrm>
                <a:off x="252530" y="2052131"/>
                <a:ext cx="1359530" cy="972000"/>
              </a:xfrm>
              <a:prstGeom prst="roundRect">
                <a:avLst/>
              </a:prstGeom>
              <a:solidFill>
                <a:schemeClr val="bg1">
                  <a:lumMod val="95000"/>
                </a:schemeClr>
              </a:solidFill>
              <a:effectLst>
                <a:outerShdw blurRad="50800" dist="38100" dir="2700000" algn="tl" rotWithShape="0">
                  <a:prstClr val="black">
                    <a:alpha val="40000"/>
                  </a:prstClr>
                </a:outerShdw>
              </a:effectLst>
            </p:spPr>
            <p:txBody>
              <a:bodyPr wrap="square">
                <a:spAutoFit/>
              </a:bodyPr>
              <a:lstStyle/>
              <a:p>
                <a:endParaRPr lang="zh-CN" altLang="en-US" sz="2000" b="1" dirty="0">
                  <a:solidFill>
                    <a:schemeClr val="tx1"/>
                  </a:solidFill>
                </a:endParaRPr>
              </a:p>
            </p:txBody>
          </p:sp>
          <p:sp>
            <p:nvSpPr>
              <p:cNvPr id="9" name="文本框 8">
                <a:extLst>
                  <a:ext uri="{FF2B5EF4-FFF2-40B4-BE49-F238E27FC236}">
                    <a16:creationId xmlns:a16="http://schemas.microsoft.com/office/drawing/2014/main" id="{BEF6430E-C534-6558-86A0-A542A36D90AF}"/>
                  </a:ext>
                </a:extLst>
              </p:cNvPr>
              <p:cNvSpPr txBox="1"/>
              <p:nvPr/>
            </p:nvSpPr>
            <p:spPr>
              <a:xfrm>
                <a:off x="276594" y="2128712"/>
                <a:ext cx="1359530" cy="707630"/>
              </a:xfrm>
              <a:prstGeom prst="rect">
                <a:avLst/>
              </a:prstGeom>
              <a:noFill/>
            </p:spPr>
            <p:txBody>
              <a:bodyPr wrap="square">
                <a:spAutoFit/>
              </a:bodyPr>
              <a:lstStyle/>
              <a:p>
                <a:pPr>
                  <a:lnSpc>
                    <a:spcPct val="150000"/>
                  </a:lnSpc>
                  <a:buNone/>
                </a:pPr>
                <a:r>
                  <a:rPr lang="en" altLang="zh-CN" sz="1400" dirty="0">
                    <a:solidFill>
                      <a:srgbClr val="0E0E0E"/>
                    </a:solidFill>
                    <a:effectLst/>
                    <a:latin typeface="Aptos" panose="020B0004020202020204" pitchFamily="34" charset="0"/>
                  </a:rPr>
                  <a:t>Input Features</a:t>
                </a:r>
                <a:endParaRPr lang="en" altLang="zh-CN" sz="1400" dirty="0">
                  <a:solidFill>
                    <a:srgbClr val="0E0E0E"/>
                  </a:solidFill>
                  <a:latin typeface="Aptos" panose="020B0004020202020204" pitchFamily="34" charset="0"/>
                </a:endParaRPr>
              </a:p>
              <a:p>
                <a:pPr>
                  <a:lnSpc>
                    <a:spcPct val="150000"/>
                  </a:lnSpc>
                  <a:buNone/>
                </a:pPr>
                <a:r>
                  <a:rPr lang="en" altLang="zh-CN" sz="1400" dirty="0">
                    <a:solidFill>
                      <a:srgbClr val="0E0E0E"/>
                    </a:solidFill>
                    <a:effectLst/>
                    <a:latin typeface="Aptos" panose="020B0004020202020204" pitchFamily="34" charset="0"/>
                  </a:rPr>
                  <a:t>(33 </a:t>
                </a:r>
                <a:r>
                  <a:rPr lang="en" altLang="zh-CN" sz="1400" dirty="0"/>
                  <a:t>descriptor</a:t>
                </a:r>
                <a:r>
                  <a:rPr lang="en" altLang="zh-CN" sz="1400" dirty="0">
                    <a:solidFill>
                      <a:srgbClr val="0E0E0E"/>
                    </a:solidFill>
                    <a:effectLst/>
                    <a:latin typeface="Aptos" panose="020B0004020202020204" pitchFamily="34" charset="0"/>
                  </a:rPr>
                  <a:t>) </a:t>
                </a:r>
              </a:p>
            </p:txBody>
          </p:sp>
        </p:grpSp>
        <p:grpSp>
          <p:nvGrpSpPr>
            <p:cNvPr id="11" name="组合 10">
              <a:extLst>
                <a:ext uri="{FF2B5EF4-FFF2-40B4-BE49-F238E27FC236}">
                  <a16:creationId xmlns:a16="http://schemas.microsoft.com/office/drawing/2014/main" id="{BD1EAC90-D4CB-B29F-2DCB-E5BCB203E55F}"/>
                </a:ext>
              </a:extLst>
            </p:cNvPr>
            <p:cNvGrpSpPr/>
            <p:nvPr/>
          </p:nvGrpSpPr>
          <p:grpSpPr>
            <a:xfrm>
              <a:off x="2026711" y="1813557"/>
              <a:ext cx="1383594" cy="972000"/>
              <a:chOff x="252530" y="2052131"/>
              <a:chExt cx="1383594" cy="972000"/>
            </a:xfrm>
          </p:grpSpPr>
          <p:sp>
            <p:nvSpPr>
              <p:cNvPr id="12" name="圆角矩形 12">
                <a:extLst>
                  <a:ext uri="{FF2B5EF4-FFF2-40B4-BE49-F238E27FC236}">
                    <a16:creationId xmlns:a16="http://schemas.microsoft.com/office/drawing/2014/main" id="{C81C8A92-A74A-00A5-589B-11518161AB42}"/>
                  </a:ext>
                </a:extLst>
              </p:cNvPr>
              <p:cNvSpPr/>
              <p:nvPr/>
            </p:nvSpPr>
            <p:spPr>
              <a:xfrm>
                <a:off x="252530" y="2052131"/>
                <a:ext cx="1359530" cy="972000"/>
              </a:xfrm>
              <a:prstGeom prst="roundRect">
                <a:avLst/>
              </a:prstGeom>
              <a:solidFill>
                <a:schemeClr val="bg1">
                  <a:lumMod val="95000"/>
                </a:schemeClr>
              </a:solidFill>
              <a:effectLst>
                <a:outerShdw blurRad="50800" dist="38100" dir="2700000" algn="tl" rotWithShape="0">
                  <a:prstClr val="black">
                    <a:alpha val="40000"/>
                  </a:prstClr>
                </a:outerShdw>
              </a:effectLst>
            </p:spPr>
            <p:txBody>
              <a:bodyPr wrap="square">
                <a:spAutoFit/>
              </a:bodyPr>
              <a:lstStyle/>
              <a:p>
                <a:endParaRPr lang="zh-CN" altLang="en-US" sz="2000" b="1" dirty="0">
                  <a:solidFill>
                    <a:schemeClr val="tx1"/>
                  </a:solidFill>
                </a:endParaRPr>
              </a:p>
            </p:txBody>
          </p:sp>
          <p:sp>
            <p:nvSpPr>
              <p:cNvPr id="13" name="文本框 12">
                <a:extLst>
                  <a:ext uri="{FF2B5EF4-FFF2-40B4-BE49-F238E27FC236}">
                    <a16:creationId xmlns:a16="http://schemas.microsoft.com/office/drawing/2014/main" id="{16BFDE43-8681-0A2E-C031-9160D92AD43A}"/>
                  </a:ext>
                </a:extLst>
              </p:cNvPr>
              <p:cNvSpPr txBox="1"/>
              <p:nvPr/>
            </p:nvSpPr>
            <p:spPr>
              <a:xfrm>
                <a:off x="276594" y="2128712"/>
                <a:ext cx="1359530" cy="707630"/>
              </a:xfrm>
              <a:prstGeom prst="rect">
                <a:avLst/>
              </a:prstGeom>
              <a:noFill/>
            </p:spPr>
            <p:txBody>
              <a:bodyPr wrap="square">
                <a:spAutoFit/>
              </a:bodyPr>
              <a:lstStyle/>
              <a:p>
                <a:pPr algn="ctr">
                  <a:lnSpc>
                    <a:spcPct val="150000"/>
                  </a:lnSpc>
                  <a:buNone/>
                </a:pPr>
                <a:r>
                  <a:rPr lang="en" altLang="zh-CN" sz="1400" dirty="0">
                    <a:solidFill>
                      <a:srgbClr val="0E0E0E"/>
                    </a:solidFill>
                    <a:effectLst/>
                    <a:latin typeface="Aptos" panose="020B0004020202020204" pitchFamily="34" charset="0"/>
                  </a:rPr>
                  <a:t>Linear layer</a:t>
                </a:r>
                <a:endParaRPr lang="en" altLang="zh-CN" sz="1400" dirty="0">
                  <a:solidFill>
                    <a:srgbClr val="0E0E0E"/>
                  </a:solidFill>
                  <a:latin typeface="Aptos" panose="020B0004020202020204" pitchFamily="34" charset="0"/>
                </a:endParaRPr>
              </a:p>
              <a:p>
                <a:pPr algn="ctr">
                  <a:lnSpc>
                    <a:spcPct val="150000"/>
                  </a:lnSpc>
                  <a:buNone/>
                </a:pPr>
                <a:r>
                  <a:rPr lang="en" altLang="zh-CN" sz="1400" dirty="0">
                    <a:solidFill>
                      <a:srgbClr val="0E0E0E"/>
                    </a:solidFill>
                    <a:effectLst/>
                    <a:latin typeface="Aptos" panose="020B0004020202020204" pitchFamily="34" charset="0"/>
                  </a:rPr>
                  <a:t>W</a:t>
                </a:r>
                <a:r>
                  <a:rPr lang="en-US" altLang="zh-CN" sz="1400" dirty="0">
                    <a:solidFill>
                      <a:srgbClr val="0E0E0E"/>
                    </a:solidFill>
                    <a:effectLst/>
                    <a:latin typeface="Aptos" panose="020B0004020202020204" pitchFamily="34" charset="0"/>
                  </a:rPr>
                  <a:t>·</a:t>
                </a:r>
                <a:r>
                  <a:rPr lang="en" altLang="zh-CN" sz="1400" dirty="0">
                    <a:solidFill>
                      <a:srgbClr val="0E0E0E"/>
                    </a:solidFill>
                    <a:effectLst/>
                    <a:latin typeface="Aptos" panose="020B0004020202020204" pitchFamily="34" charset="0"/>
                  </a:rPr>
                  <a:t>x+</a:t>
                </a:r>
                <a:r>
                  <a:rPr lang="en-US" altLang="zh-CN" sz="1400" dirty="0">
                    <a:solidFill>
                      <a:srgbClr val="0E0E0E"/>
                    </a:solidFill>
                    <a:effectLst/>
                    <a:latin typeface="Aptos" panose="020B0004020202020204" pitchFamily="34" charset="0"/>
                  </a:rPr>
                  <a:t>b</a:t>
                </a:r>
                <a:endParaRPr lang="en" altLang="zh-CN" sz="1400" dirty="0">
                  <a:solidFill>
                    <a:srgbClr val="0E0E0E"/>
                  </a:solidFill>
                  <a:effectLst/>
                  <a:latin typeface="Aptos" panose="020B0004020202020204" pitchFamily="34" charset="0"/>
                </a:endParaRPr>
              </a:p>
            </p:txBody>
          </p:sp>
        </p:grpSp>
        <p:grpSp>
          <p:nvGrpSpPr>
            <p:cNvPr id="14" name="组合 13">
              <a:extLst>
                <a:ext uri="{FF2B5EF4-FFF2-40B4-BE49-F238E27FC236}">
                  <a16:creationId xmlns:a16="http://schemas.microsoft.com/office/drawing/2014/main" id="{2D753D0E-FEC5-E8F4-96B9-973661D79DF3}"/>
                </a:ext>
              </a:extLst>
            </p:cNvPr>
            <p:cNvGrpSpPr/>
            <p:nvPr/>
          </p:nvGrpSpPr>
          <p:grpSpPr>
            <a:xfrm>
              <a:off x="3853729" y="1813557"/>
              <a:ext cx="1383594" cy="972000"/>
              <a:chOff x="252530" y="2052131"/>
              <a:chExt cx="1383594" cy="972000"/>
            </a:xfrm>
          </p:grpSpPr>
          <p:sp>
            <p:nvSpPr>
              <p:cNvPr id="15" name="圆角矩形 12">
                <a:extLst>
                  <a:ext uri="{FF2B5EF4-FFF2-40B4-BE49-F238E27FC236}">
                    <a16:creationId xmlns:a16="http://schemas.microsoft.com/office/drawing/2014/main" id="{AF573947-1915-234F-1B80-400BC1F11668}"/>
                  </a:ext>
                </a:extLst>
              </p:cNvPr>
              <p:cNvSpPr/>
              <p:nvPr/>
            </p:nvSpPr>
            <p:spPr>
              <a:xfrm>
                <a:off x="252530" y="2052131"/>
                <a:ext cx="1359530" cy="972000"/>
              </a:xfrm>
              <a:prstGeom prst="roundRect">
                <a:avLst/>
              </a:prstGeom>
              <a:solidFill>
                <a:schemeClr val="bg1">
                  <a:lumMod val="95000"/>
                </a:schemeClr>
              </a:solidFill>
              <a:effectLst>
                <a:outerShdw blurRad="50800" dist="38100" dir="2700000" algn="tl" rotWithShape="0">
                  <a:prstClr val="black">
                    <a:alpha val="40000"/>
                  </a:prstClr>
                </a:outerShdw>
              </a:effectLst>
            </p:spPr>
            <p:txBody>
              <a:bodyPr wrap="square">
                <a:spAutoFit/>
              </a:bodyPr>
              <a:lstStyle/>
              <a:p>
                <a:endParaRPr lang="zh-CN" altLang="en-US" sz="2000" b="1" dirty="0">
                  <a:solidFill>
                    <a:schemeClr val="tx1"/>
                  </a:solidFill>
                </a:endParaRPr>
              </a:p>
            </p:txBody>
          </p:sp>
          <p:sp>
            <p:nvSpPr>
              <p:cNvPr id="16" name="文本框 15">
                <a:extLst>
                  <a:ext uri="{FF2B5EF4-FFF2-40B4-BE49-F238E27FC236}">
                    <a16:creationId xmlns:a16="http://schemas.microsoft.com/office/drawing/2014/main" id="{5797340B-C182-797E-8E45-9A82BE4ABB4C}"/>
                  </a:ext>
                </a:extLst>
              </p:cNvPr>
              <p:cNvSpPr txBox="1"/>
              <p:nvPr/>
            </p:nvSpPr>
            <p:spPr>
              <a:xfrm>
                <a:off x="276594" y="2128712"/>
                <a:ext cx="1359530" cy="707630"/>
              </a:xfrm>
              <a:prstGeom prst="rect">
                <a:avLst/>
              </a:prstGeom>
              <a:noFill/>
            </p:spPr>
            <p:txBody>
              <a:bodyPr wrap="square">
                <a:spAutoFit/>
              </a:bodyPr>
              <a:lstStyle/>
              <a:p>
                <a:pPr algn="ctr">
                  <a:lnSpc>
                    <a:spcPct val="150000"/>
                  </a:lnSpc>
                  <a:buNone/>
                </a:pPr>
                <a:r>
                  <a:rPr lang="en-US" altLang="zh-CN" sz="1400" dirty="0">
                    <a:solidFill>
                      <a:srgbClr val="0E0E0E"/>
                    </a:solidFill>
                    <a:latin typeface="Aptos" panose="020B0004020202020204" pitchFamily="34" charset="0"/>
                  </a:rPr>
                  <a:t>Output</a:t>
                </a:r>
              </a:p>
              <a:p>
                <a:pPr algn="ctr">
                  <a:lnSpc>
                    <a:spcPct val="150000"/>
                  </a:lnSpc>
                  <a:buNone/>
                </a:pPr>
                <a:r>
                  <a:rPr lang="en-US" altLang="zh-CN" sz="1400" dirty="0">
                    <a:solidFill>
                      <a:srgbClr val="0E0E0E"/>
                    </a:solidFill>
                    <a:effectLst/>
                    <a:latin typeface="Aptos" panose="020B0004020202020204" pitchFamily="34" charset="0"/>
                  </a:rPr>
                  <a:t>Binding Energy</a:t>
                </a:r>
                <a:endParaRPr lang="en" altLang="zh-CN" sz="1400" dirty="0">
                  <a:solidFill>
                    <a:srgbClr val="0E0E0E"/>
                  </a:solidFill>
                  <a:effectLst/>
                  <a:latin typeface="Aptos" panose="020B0004020202020204" pitchFamily="34" charset="0"/>
                </a:endParaRPr>
              </a:p>
            </p:txBody>
          </p:sp>
        </p:grpSp>
        <p:cxnSp>
          <p:nvCxnSpPr>
            <p:cNvPr id="19" name="直接箭头连接符 18">
              <a:extLst>
                <a:ext uri="{FF2B5EF4-FFF2-40B4-BE49-F238E27FC236}">
                  <a16:creationId xmlns:a16="http://schemas.microsoft.com/office/drawing/2014/main" id="{34D8D437-22F8-2C84-35C4-7C9AF17BFDCF}"/>
                </a:ext>
              </a:extLst>
            </p:cNvPr>
            <p:cNvCxnSpPr>
              <a:cxnSpLocks/>
            </p:cNvCxnSpPr>
            <p:nvPr/>
          </p:nvCxnSpPr>
          <p:spPr>
            <a:xfrm>
              <a:off x="1636124" y="2299557"/>
              <a:ext cx="396000" cy="0"/>
            </a:xfrm>
            <a:prstGeom prst="straightConnector1">
              <a:avLst/>
            </a:prstGeom>
            <a:ln>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0" name="直接箭头连接符 29">
              <a:extLst>
                <a:ext uri="{FF2B5EF4-FFF2-40B4-BE49-F238E27FC236}">
                  <a16:creationId xmlns:a16="http://schemas.microsoft.com/office/drawing/2014/main" id="{F1E80DE5-E7A2-C827-E356-EF55232ED130}"/>
                </a:ext>
              </a:extLst>
            </p:cNvPr>
            <p:cNvCxnSpPr>
              <a:cxnSpLocks/>
            </p:cNvCxnSpPr>
            <p:nvPr/>
          </p:nvCxnSpPr>
          <p:spPr>
            <a:xfrm>
              <a:off x="3457729" y="2299557"/>
              <a:ext cx="396000" cy="0"/>
            </a:xfrm>
            <a:prstGeom prst="straightConnector1">
              <a:avLst/>
            </a:prstGeom>
            <a:ln>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grpSp>
      <p:graphicFrame>
        <p:nvGraphicFramePr>
          <p:cNvPr id="32" name="表格 31">
            <a:extLst>
              <a:ext uri="{FF2B5EF4-FFF2-40B4-BE49-F238E27FC236}">
                <a16:creationId xmlns:a16="http://schemas.microsoft.com/office/drawing/2014/main" id="{2ECA6FB2-8E10-B5BB-71A8-6A9B84B4201A}"/>
              </a:ext>
            </a:extLst>
          </p:cNvPr>
          <p:cNvGraphicFramePr>
            <a:graphicFrameLocks noGrp="1"/>
          </p:cNvGraphicFramePr>
          <p:nvPr>
            <p:extLst>
              <p:ext uri="{D42A27DB-BD31-4B8C-83A1-F6EECF244321}">
                <p14:modId xmlns:p14="http://schemas.microsoft.com/office/powerpoint/2010/main" val="3288247564"/>
              </p:ext>
            </p:extLst>
          </p:nvPr>
        </p:nvGraphicFramePr>
        <p:xfrm>
          <a:off x="3874976" y="5209404"/>
          <a:ext cx="1019740" cy="370840"/>
        </p:xfrm>
        <a:graphic>
          <a:graphicData uri="http://schemas.openxmlformats.org/drawingml/2006/table">
            <a:tbl>
              <a:tblPr firstRow="1" bandRow="1">
                <a:tableStyleId>{2D5ABB26-0587-4C30-8999-92F81FD0307C}</a:tableStyleId>
              </a:tblPr>
              <a:tblGrid>
                <a:gridCol w="475226">
                  <a:extLst>
                    <a:ext uri="{9D8B030D-6E8A-4147-A177-3AD203B41FA5}">
                      <a16:colId xmlns:a16="http://schemas.microsoft.com/office/drawing/2014/main" val="2074822626"/>
                    </a:ext>
                  </a:extLst>
                </a:gridCol>
                <a:gridCol w="544514">
                  <a:extLst>
                    <a:ext uri="{9D8B030D-6E8A-4147-A177-3AD203B41FA5}">
                      <a16:colId xmlns:a16="http://schemas.microsoft.com/office/drawing/2014/main" val="4042354169"/>
                    </a:ext>
                  </a:extLst>
                </a:gridCol>
              </a:tblGrid>
              <a:tr h="370840">
                <a:tc>
                  <a:txBody>
                    <a:bodyPr/>
                    <a:lstStyle/>
                    <a:p>
                      <a:pPr algn="ctr" rtl="0" fontAlgn="ctr">
                        <a:buNone/>
                      </a:pPr>
                      <a:r>
                        <a:rPr lang="en-HK" sz="1600" b="1" i="0" u="none" strike="noStrike" dirty="0">
                          <a:solidFill>
                            <a:srgbClr val="000000"/>
                          </a:solidFill>
                          <a:effectLst/>
                          <a:latin typeface="Aptos" panose="020B0004020202020204" pitchFamily="34" charset="0"/>
                        </a:rPr>
                        <a:t>R</a:t>
                      </a:r>
                      <a:r>
                        <a:rPr lang="en-HK" sz="1600" b="1" i="0" u="none" strike="noStrike" baseline="30000" dirty="0">
                          <a:solidFill>
                            <a:srgbClr val="000000"/>
                          </a:solidFill>
                          <a:effectLst/>
                          <a:latin typeface="Aptos" panose="020B0004020202020204" pitchFamily="34" charset="0"/>
                        </a:rPr>
                        <a:t>2</a:t>
                      </a:r>
                      <a:r>
                        <a:rPr lang="en-HK" sz="1600" b="1" i="0" u="none" strike="noStrike" dirty="0">
                          <a:solidFill>
                            <a:srgbClr val="000000"/>
                          </a:solidFill>
                          <a:effectLst/>
                          <a:latin typeface="Aptos" panose="020B0004020202020204" pitchFamily="34" charset="0"/>
                        </a:rPr>
                        <a:t> =</a:t>
                      </a:r>
                    </a:p>
                  </a:txBody>
                  <a:tcPr marL="9525" marR="9525" marT="9525"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HK" altLang="zh-CN" sz="1600" b="0" i="0" u="none" strike="noStrike" dirty="0">
                          <a:solidFill>
                            <a:srgbClr val="000000"/>
                          </a:solidFill>
                          <a:effectLst/>
                          <a:latin typeface="Aptos" panose="020B0004020202020204" pitchFamily="34" charset="0"/>
                        </a:rPr>
                        <a:t>0.80</a:t>
                      </a:r>
                    </a:p>
                  </a:txBody>
                  <a:tcPr marL="9525" marR="9525" marT="9525"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7384470"/>
                  </a:ext>
                </a:extLst>
              </a:tr>
            </a:tbl>
          </a:graphicData>
        </a:graphic>
      </p:graphicFrame>
      <p:sp>
        <p:nvSpPr>
          <p:cNvPr id="34" name="文本框 33">
            <a:extLst>
              <a:ext uri="{FF2B5EF4-FFF2-40B4-BE49-F238E27FC236}">
                <a16:creationId xmlns:a16="http://schemas.microsoft.com/office/drawing/2014/main" id="{0AB716E4-6AFD-C4D6-6157-81944DFE93E1}"/>
              </a:ext>
            </a:extLst>
          </p:cNvPr>
          <p:cNvSpPr txBox="1"/>
          <p:nvPr/>
        </p:nvSpPr>
        <p:spPr>
          <a:xfrm>
            <a:off x="3856834" y="4908492"/>
            <a:ext cx="1034935" cy="369332"/>
          </a:xfrm>
          <a:prstGeom prst="rect">
            <a:avLst/>
          </a:prstGeom>
          <a:noFill/>
        </p:spPr>
        <p:txBody>
          <a:bodyPr wrap="square">
            <a:spAutoFit/>
          </a:bodyPr>
          <a:lstStyle/>
          <a:p>
            <a:pPr algn="ctr"/>
            <a:r>
              <a:rPr lang="en-HK" altLang="zh-CN" dirty="0"/>
              <a:t>Test set </a:t>
            </a:r>
            <a:endParaRPr lang="zh-CN" altLang="en-US" dirty="0"/>
          </a:p>
        </p:txBody>
      </p:sp>
      <p:grpSp>
        <p:nvGrpSpPr>
          <p:cNvPr id="35" name="组合 34">
            <a:extLst>
              <a:ext uri="{FF2B5EF4-FFF2-40B4-BE49-F238E27FC236}">
                <a16:creationId xmlns:a16="http://schemas.microsoft.com/office/drawing/2014/main" id="{2C00666C-50F6-4DB5-FEA0-B2C0D6F4C3BA}"/>
              </a:ext>
            </a:extLst>
          </p:cNvPr>
          <p:cNvGrpSpPr/>
          <p:nvPr/>
        </p:nvGrpSpPr>
        <p:grpSpPr>
          <a:xfrm>
            <a:off x="379438" y="6191074"/>
            <a:ext cx="4960729" cy="458894"/>
            <a:chOff x="612436" y="5338116"/>
            <a:chExt cx="4674126" cy="458894"/>
          </a:xfrm>
        </p:grpSpPr>
        <p:sp>
          <p:nvSpPr>
            <p:cNvPr id="36" name="文本框 35">
              <a:extLst>
                <a:ext uri="{FF2B5EF4-FFF2-40B4-BE49-F238E27FC236}">
                  <a16:creationId xmlns:a16="http://schemas.microsoft.com/office/drawing/2014/main" id="{0CEB7BAC-2C07-D00B-2191-3D947274A2D8}"/>
                </a:ext>
              </a:extLst>
            </p:cNvPr>
            <p:cNvSpPr txBox="1"/>
            <p:nvPr/>
          </p:nvSpPr>
          <p:spPr>
            <a:xfrm>
              <a:off x="612436" y="5365010"/>
              <a:ext cx="4661385" cy="432000"/>
            </a:xfrm>
            <a:prstGeom prst="rect">
              <a:avLst/>
            </a:prstGeom>
            <a:solidFill>
              <a:schemeClr val="bg1">
                <a:lumMod val="95000"/>
              </a:schemeClr>
            </a:solidFill>
          </p:spPr>
          <p:txBody>
            <a:bodyPr wrap="square">
              <a:spAutoFit/>
            </a:bodyPr>
            <a:lstStyle/>
            <a:p>
              <a:pPr>
                <a:lnSpc>
                  <a:spcPct val="150000"/>
                </a:lnSpc>
                <a:buNone/>
              </a:pPr>
              <a:endParaRPr lang="fr-FR" altLang="zh-CN" sz="1600" dirty="0"/>
            </a:p>
          </p:txBody>
        </p:sp>
        <p:sp>
          <p:nvSpPr>
            <p:cNvPr id="37" name="文本框 36">
              <a:extLst>
                <a:ext uri="{FF2B5EF4-FFF2-40B4-BE49-F238E27FC236}">
                  <a16:creationId xmlns:a16="http://schemas.microsoft.com/office/drawing/2014/main" id="{90D9349D-E8F1-B68C-E917-C9F06D2D60B2}"/>
                </a:ext>
              </a:extLst>
            </p:cNvPr>
            <p:cNvSpPr txBox="1"/>
            <p:nvPr/>
          </p:nvSpPr>
          <p:spPr>
            <a:xfrm>
              <a:off x="818083" y="5338116"/>
              <a:ext cx="4468479" cy="426207"/>
            </a:xfrm>
            <a:prstGeom prst="rect">
              <a:avLst/>
            </a:prstGeom>
            <a:noFill/>
          </p:spPr>
          <p:txBody>
            <a:bodyPr wrap="square" rtlCol="0">
              <a:spAutoFit/>
            </a:bodyPr>
            <a:lstStyle/>
            <a:p>
              <a:pPr>
                <a:lnSpc>
                  <a:spcPct val="150000"/>
                </a:lnSpc>
              </a:pPr>
              <a:r>
                <a:rPr lang="fr-FR" altLang="zh-CN" sz="1600" b="1" dirty="0"/>
                <a:t>Dataset split: </a:t>
              </a:r>
              <a:r>
                <a:rPr lang="fr-FR" altLang="zh-CN" sz="1600" dirty="0"/>
                <a:t>50% train, 30% validation, 20% test</a:t>
              </a:r>
            </a:p>
          </p:txBody>
        </p:sp>
      </p:grpSp>
      <p:sp>
        <p:nvSpPr>
          <p:cNvPr id="38" name="文本框 37">
            <a:extLst>
              <a:ext uri="{FF2B5EF4-FFF2-40B4-BE49-F238E27FC236}">
                <a16:creationId xmlns:a16="http://schemas.microsoft.com/office/drawing/2014/main" id="{3D55C8DD-9C9A-143B-3F05-61580FCB3A72}"/>
              </a:ext>
            </a:extLst>
          </p:cNvPr>
          <p:cNvSpPr txBox="1"/>
          <p:nvPr/>
        </p:nvSpPr>
        <p:spPr>
          <a:xfrm>
            <a:off x="7906127" y="1094463"/>
            <a:ext cx="2496517" cy="369332"/>
          </a:xfrm>
          <a:prstGeom prst="rect">
            <a:avLst/>
          </a:prstGeom>
          <a:noFill/>
        </p:spPr>
        <p:txBody>
          <a:bodyPr wrap="none" rtlCol="0">
            <a:spAutoFit/>
          </a:bodyPr>
          <a:lstStyle/>
          <a:p>
            <a:r>
              <a:rPr lang="en-US" altLang="zh-CN" b="1" dirty="0">
                <a:solidFill>
                  <a:srgbClr val="003870"/>
                </a:solidFill>
              </a:rPr>
              <a:t>Multilayer Perceptron </a:t>
            </a:r>
          </a:p>
        </p:txBody>
      </p:sp>
      <p:grpSp>
        <p:nvGrpSpPr>
          <p:cNvPr id="39" name="组合 38">
            <a:extLst>
              <a:ext uri="{FF2B5EF4-FFF2-40B4-BE49-F238E27FC236}">
                <a16:creationId xmlns:a16="http://schemas.microsoft.com/office/drawing/2014/main" id="{04165CEC-A477-432D-0CF4-C201F47026C1}"/>
              </a:ext>
            </a:extLst>
          </p:cNvPr>
          <p:cNvGrpSpPr/>
          <p:nvPr/>
        </p:nvGrpSpPr>
        <p:grpSpPr>
          <a:xfrm>
            <a:off x="6542814" y="1651769"/>
            <a:ext cx="4984793" cy="1001420"/>
            <a:chOff x="252530" y="1784137"/>
            <a:chExt cx="4984793" cy="1001420"/>
          </a:xfrm>
        </p:grpSpPr>
        <p:grpSp>
          <p:nvGrpSpPr>
            <p:cNvPr id="40" name="组合 39">
              <a:extLst>
                <a:ext uri="{FF2B5EF4-FFF2-40B4-BE49-F238E27FC236}">
                  <a16:creationId xmlns:a16="http://schemas.microsoft.com/office/drawing/2014/main" id="{BDEEF7FE-454E-EBC6-02BF-3100717739EF}"/>
                </a:ext>
              </a:extLst>
            </p:cNvPr>
            <p:cNvGrpSpPr/>
            <p:nvPr/>
          </p:nvGrpSpPr>
          <p:grpSpPr>
            <a:xfrm>
              <a:off x="252530" y="1813557"/>
              <a:ext cx="1383594" cy="972000"/>
              <a:chOff x="252530" y="2052131"/>
              <a:chExt cx="1383594" cy="972000"/>
            </a:xfrm>
          </p:grpSpPr>
          <p:sp>
            <p:nvSpPr>
              <p:cNvPr id="49" name="圆角矩形 12">
                <a:extLst>
                  <a:ext uri="{FF2B5EF4-FFF2-40B4-BE49-F238E27FC236}">
                    <a16:creationId xmlns:a16="http://schemas.microsoft.com/office/drawing/2014/main" id="{D2068F62-EC21-490C-2EC7-3C8821B4EECB}"/>
                  </a:ext>
                </a:extLst>
              </p:cNvPr>
              <p:cNvSpPr/>
              <p:nvPr/>
            </p:nvSpPr>
            <p:spPr>
              <a:xfrm>
                <a:off x="252530" y="2052131"/>
                <a:ext cx="1359530" cy="972000"/>
              </a:xfrm>
              <a:prstGeom prst="roundRect">
                <a:avLst/>
              </a:prstGeom>
              <a:solidFill>
                <a:schemeClr val="bg1">
                  <a:lumMod val="95000"/>
                </a:schemeClr>
              </a:solidFill>
              <a:effectLst>
                <a:outerShdw blurRad="50800" dist="38100" dir="2700000" algn="tl" rotWithShape="0">
                  <a:prstClr val="black">
                    <a:alpha val="40000"/>
                  </a:prstClr>
                </a:outerShdw>
              </a:effectLst>
            </p:spPr>
            <p:txBody>
              <a:bodyPr wrap="square">
                <a:spAutoFit/>
              </a:bodyPr>
              <a:lstStyle/>
              <a:p>
                <a:endParaRPr lang="zh-CN" altLang="en-US" sz="2000" b="1" dirty="0">
                  <a:solidFill>
                    <a:schemeClr val="tx1"/>
                  </a:solidFill>
                </a:endParaRPr>
              </a:p>
            </p:txBody>
          </p:sp>
          <p:sp>
            <p:nvSpPr>
              <p:cNvPr id="50" name="文本框 49">
                <a:extLst>
                  <a:ext uri="{FF2B5EF4-FFF2-40B4-BE49-F238E27FC236}">
                    <a16:creationId xmlns:a16="http://schemas.microsoft.com/office/drawing/2014/main" id="{1DCED47C-8C1C-F1BA-228B-042702B152D0}"/>
                  </a:ext>
                </a:extLst>
              </p:cNvPr>
              <p:cNvSpPr txBox="1"/>
              <p:nvPr/>
            </p:nvSpPr>
            <p:spPr>
              <a:xfrm>
                <a:off x="276594" y="2128712"/>
                <a:ext cx="1359530" cy="707630"/>
              </a:xfrm>
              <a:prstGeom prst="rect">
                <a:avLst/>
              </a:prstGeom>
              <a:noFill/>
            </p:spPr>
            <p:txBody>
              <a:bodyPr wrap="square">
                <a:spAutoFit/>
              </a:bodyPr>
              <a:lstStyle/>
              <a:p>
                <a:pPr algn="ctr">
                  <a:lnSpc>
                    <a:spcPct val="150000"/>
                  </a:lnSpc>
                  <a:buNone/>
                </a:pPr>
                <a:r>
                  <a:rPr lang="en" altLang="zh-CN" sz="1400" dirty="0">
                    <a:solidFill>
                      <a:srgbClr val="0E0E0E"/>
                    </a:solidFill>
                    <a:effectLst/>
                    <a:latin typeface="Aptos" panose="020B0004020202020204" pitchFamily="34" charset="0"/>
                  </a:rPr>
                  <a:t>Input Layer</a:t>
                </a:r>
                <a:endParaRPr lang="en" altLang="zh-CN" sz="1400" dirty="0">
                  <a:solidFill>
                    <a:srgbClr val="0E0E0E"/>
                  </a:solidFill>
                  <a:latin typeface="Aptos" panose="020B0004020202020204" pitchFamily="34" charset="0"/>
                </a:endParaRPr>
              </a:p>
              <a:p>
                <a:pPr algn="ctr">
                  <a:lnSpc>
                    <a:spcPct val="150000"/>
                  </a:lnSpc>
                  <a:buNone/>
                </a:pPr>
                <a:r>
                  <a:rPr lang="en" altLang="zh-CN" sz="1400" dirty="0">
                    <a:solidFill>
                      <a:srgbClr val="0E0E0E"/>
                    </a:solidFill>
                    <a:effectLst/>
                    <a:latin typeface="Aptos" panose="020B0004020202020204" pitchFamily="34" charset="0"/>
                  </a:rPr>
                  <a:t>(33 </a:t>
                </a:r>
                <a:r>
                  <a:rPr lang="en" altLang="zh-CN" sz="1400" dirty="0"/>
                  <a:t>descriptor</a:t>
                </a:r>
                <a:r>
                  <a:rPr lang="en" altLang="zh-CN" sz="1400" dirty="0">
                    <a:solidFill>
                      <a:srgbClr val="0E0E0E"/>
                    </a:solidFill>
                    <a:effectLst/>
                    <a:latin typeface="Aptos" panose="020B0004020202020204" pitchFamily="34" charset="0"/>
                  </a:rPr>
                  <a:t>) </a:t>
                </a:r>
              </a:p>
            </p:txBody>
          </p:sp>
        </p:grpSp>
        <p:grpSp>
          <p:nvGrpSpPr>
            <p:cNvPr id="41" name="组合 40">
              <a:extLst>
                <a:ext uri="{FF2B5EF4-FFF2-40B4-BE49-F238E27FC236}">
                  <a16:creationId xmlns:a16="http://schemas.microsoft.com/office/drawing/2014/main" id="{B2D44E79-1457-E3D3-3585-46FA7FB993AA}"/>
                </a:ext>
              </a:extLst>
            </p:cNvPr>
            <p:cNvGrpSpPr/>
            <p:nvPr/>
          </p:nvGrpSpPr>
          <p:grpSpPr>
            <a:xfrm>
              <a:off x="2026711" y="1784137"/>
              <a:ext cx="1383594" cy="425420"/>
              <a:chOff x="252530" y="2022711"/>
              <a:chExt cx="1383594" cy="425420"/>
            </a:xfrm>
          </p:grpSpPr>
          <p:sp>
            <p:nvSpPr>
              <p:cNvPr id="47" name="圆角矩形 12">
                <a:extLst>
                  <a:ext uri="{FF2B5EF4-FFF2-40B4-BE49-F238E27FC236}">
                    <a16:creationId xmlns:a16="http://schemas.microsoft.com/office/drawing/2014/main" id="{42E2FDF9-CA4A-6412-7F48-0A715472DCE7}"/>
                  </a:ext>
                </a:extLst>
              </p:cNvPr>
              <p:cNvSpPr/>
              <p:nvPr/>
            </p:nvSpPr>
            <p:spPr>
              <a:xfrm>
                <a:off x="252530" y="2052131"/>
                <a:ext cx="1359530" cy="396000"/>
              </a:xfrm>
              <a:prstGeom prst="roundRect">
                <a:avLst/>
              </a:prstGeom>
              <a:solidFill>
                <a:schemeClr val="bg1">
                  <a:lumMod val="95000"/>
                </a:schemeClr>
              </a:solidFill>
              <a:effectLst>
                <a:outerShdw blurRad="50800" dist="38100" dir="2700000" algn="tl" rotWithShape="0">
                  <a:prstClr val="black">
                    <a:alpha val="40000"/>
                  </a:prstClr>
                </a:outerShdw>
              </a:effectLst>
            </p:spPr>
            <p:txBody>
              <a:bodyPr wrap="square">
                <a:spAutoFit/>
              </a:bodyPr>
              <a:lstStyle/>
              <a:p>
                <a:endParaRPr lang="zh-CN" altLang="en-US" sz="2000" b="1" dirty="0">
                  <a:solidFill>
                    <a:schemeClr val="tx1"/>
                  </a:solidFill>
                </a:endParaRPr>
              </a:p>
            </p:txBody>
          </p:sp>
          <p:sp>
            <p:nvSpPr>
              <p:cNvPr id="48" name="文本框 47">
                <a:extLst>
                  <a:ext uri="{FF2B5EF4-FFF2-40B4-BE49-F238E27FC236}">
                    <a16:creationId xmlns:a16="http://schemas.microsoft.com/office/drawing/2014/main" id="{4A00F353-0843-3EAC-C4A0-807F582D8019}"/>
                  </a:ext>
                </a:extLst>
              </p:cNvPr>
              <p:cNvSpPr txBox="1"/>
              <p:nvPr/>
            </p:nvSpPr>
            <p:spPr>
              <a:xfrm>
                <a:off x="276594" y="2022711"/>
                <a:ext cx="1359530" cy="384464"/>
              </a:xfrm>
              <a:prstGeom prst="rect">
                <a:avLst/>
              </a:prstGeom>
              <a:noFill/>
            </p:spPr>
            <p:txBody>
              <a:bodyPr wrap="square">
                <a:spAutoFit/>
              </a:bodyPr>
              <a:lstStyle/>
              <a:p>
                <a:pPr algn="ctr">
                  <a:lnSpc>
                    <a:spcPct val="150000"/>
                  </a:lnSpc>
                  <a:buNone/>
                </a:pPr>
                <a:r>
                  <a:rPr lang="en" altLang="zh-CN" sz="1400" dirty="0">
                    <a:solidFill>
                      <a:srgbClr val="0E0E0E"/>
                    </a:solidFill>
                    <a:effectLst/>
                    <a:latin typeface="Aptos" panose="020B0004020202020204" pitchFamily="34" charset="0"/>
                  </a:rPr>
                  <a:t>Hidden layer 1</a:t>
                </a:r>
                <a:endParaRPr lang="en" altLang="zh-CN" sz="1400" dirty="0">
                  <a:solidFill>
                    <a:srgbClr val="0E0E0E"/>
                  </a:solidFill>
                  <a:latin typeface="Aptos" panose="020B0004020202020204" pitchFamily="34" charset="0"/>
                </a:endParaRPr>
              </a:p>
            </p:txBody>
          </p:sp>
        </p:grpSp>
        <p:grpSp>
          <p:nvGrpSpPr>
            <p:cNvPr id="42" name="组合 41">
              <a:extLst>
                <a:ext uri="{FF2B5EF4-FFF2-40B4-BE49-F238E27FC236}">
                  <a16:creationId xmlns:a16="http://schemas.microsoft.com/office/drawing/2014/main" id="{6D2500E8-AA72-6D6E-3D8A-AC8506F90B25}"/>
                </a:ext>
              </a:extLst>
            </p:cNvPr>
            <p:cNvGrpSpPr/>
            <p:nvPr/>
          </p:nvGrpSpPr>
          <p:grpSpPr>
            <a:xfrm>
              <a:off x="3853729" y="1813557"/>
              <a:ext cx="1383594" cy="972000"/>
              <a:chOff x="252530" y="2052131"/>
              <a:chExt cx="1383594" cy="972000"/>
            </a:xfrm>
          </p:grpSpPr>
          <p:sp>
            <p:nvSpPr>
              <p:cNvPr id="45" name="圆角矩形 12">
                <a:extLst>
                  <a:ext uri="{FF2B5EF4-FFF2-40B4-BE49-F238E27FC236}">
                    <a16:creationId xmlns:a16="http://schemas.microsoft.com/office/drawing/2014/main" id="{487C669B-0602-0FA7-735D-68D0983B632D}"/>
                  </a:ext>
                </a:extLst>
              </p:cNvPr>
              <p:cNvSpPr/>
              <p:nvPr/>
            </p:nvSpPr>
            <p:spPr>
              <a:xfrm>
                <a:off x="252530" y="2052131"/>
                <a:ext cx="1359530" cy="972000"/>
              </a:xfrm>
              <a:prstGeom prst="roundRect">
                <a:avLst/>
              </a:prstGeom>
              <a:solidFill>
                <a:schemeClr val="bg1">
                  <a:lumMod val="95000"/>
                </a:schemeClr>
              </a:solidFill>
              <a:effectLst>
                <a:outerShdw blurRad="50800" dist="38100" dir="2700000" algn="tl" rotWithShape="0">
                  <a:prstClr val="black">
                    <a:alpha val="40000"/>
                  </a:prstClr>
                </a:outerShdw>
              </a:effectLst>
            </p:spPr>
            <p:txBody>
              <a:bodyPr wrap="square">
                <a:spAutoFit/>
              </a:bodyPr>
              <a:lstStyle/>
              <a:p>
                <a:endParaRPr lang="zh-CN" altLang="en-US" sz="2000" b="1" dirty="0">
                  <a:solidFill>
                    <a:schemeClr val="tx1"/>
                  </a:solidFill>
                </a:endParaRPr>
              </a:p>
            </p:txBody>
          </p:sp>
          <p:sp>
            <p:nvSpPr>
              <p:cNvPr id="46" name="文本框 45">
                <a:extLst>
                  <a:ext uri="{FF2B5EF4-FFF2-40B4-BE49-F238E27FC236}">
                    <a16:creationId xmlns:a16="http://schemas.microsoft.com/office/drawing/2014/main" id="{6D75D26C-F803-E21E-7FA5-530C63A6D026}"/>
                  </a:ext>
                </a:extLst>
              </p:cNvPr>
              <p:cNvSpPr txBox="1"/>
              <p:nvPr/>
            </p:nvSpPr>
            <p:spPr>
              <a:xfrm>
                <a:off x="276594" y="2128712"/>
                <a:ext cx="1359530" cy="707630"/>
              </a:xfrm>
              <a:prstGeom prst="rect">
                <a:avLst/>
              </a:prstGeom>
              <a:noFill/>
            </p:spPr>
            <p:txBody>
              <a:bodyPr wrap="square">
                <a:spAutoFit/>
              </a:bodyPr>
              <a:lstStyle/>
              <a:p>
                <a:pPr algn="ctr">
                  <a:lnSpc>
                    <a:spcPct val="150000"/>
                  </a:lnSpc>
                  <a:buNone/>
                </a:pPr>
                <a:r>
                  <a:rPr lang="en-US" altLang="zh-CN" sz="1400" dirty="0">
                    <a:solidFill>
                      <a:srgbClr val="0E0E0E"/>
                    </a:solidFill>
                    <a:latin typeface="Aptos" panose="020B0004020202020204" pitchFamily="34" charset="0"/>
                  </a:rPr>
                  <a:t>Output layer</a:t>
                </a:r>
              </a:p>
              <a:p>
                <a:pPr algn="ctr">
                  <a:lnSpc>
                    <a:spcPct val="150000"/>
                  </a:lnSpc>
                  <a:buNone/>
                </a:pPr>
                <a:r>
                  <a:rPr lang="en-US" altLang="zh-CN" sz="1400" dirty="0">
                    <a:solidFill>
                      <a:srgbClr val="0E0E0E"/>
                    </a:solidFill>
                    <a:effectLst/>
                    <a:latin typeface="Aptos" panose="020B0004020202020204" pitchFamily="34" charset="0"/>
                  </a:rPr>
                  <a:t>Binding Energy</a:t>
                </a:r>
                <a:endParaRPr lang="en" altLang="zh-CN" sz="1400" dirty="0">
                  <a:solidFill>
                    <a:srgbClr val="0E0E0E"/>
                  </a:solidFill>
                  <a:effectLst/>
                  <a:latin typeface="Aptos" panose="020B0004020202020204" pitchFamily="34" charset="0"/>
                </a:endParaRPr>
              </a:p>
            </p:txBody>
          </p:sp>
        </p:grpSp>
        <p:cxnSp>
          <p:nvCxnSpPr>
            <p:cNvPr id="43" name="直接箭头连接符 42">
              <a:extLst>
                <a:ext uri="{FF2B5EF4-FFF2-40B4-BE49-F238E27FC236}">
                  <a16:creationId xmlns:a16="http://schemas.microsoft.com/office/drawing/2014/main" id="{06E20C64-7284-0DD0-E4DD-99B9A87A6585}"/>
                </a:ext>
              </a:extLst>
            </p:cNvPr>
            <p:cNvCxnSpPr>
              <a:cxnSpLocks/>
              <a:endCxn id="48" idx="1"/>
            </p:cNvCxnSpPr>
            <p:nvPr/>
          </p:nvCxnSpPr>
          <p:spPr>
            <a:xfrm flipV="1">
              <a:off x="1636124" y="1976369"/>
              <a:ext cx="414651" cy="323188"/>
            </a:xfrm>
            <a:prstGeom prst="straightConnector1">
              <a:avLst/>
            </a:prstGeom>
            <a:ln>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4" name="直接箭头连接符 43">
              <a:extLst>
                <a:ext uri="{FF2B5EF4-FFF2-40B4-BE49-F238E27FC236}">
                  <a16:creationId xmlns:a16="http://schemas.microsoft.com/office/drawing/2014/main" id="{158A30CF-9F77-C61E-A9AD-FA8AE3846245}"/>
                </a:ext>
              </a:extLst>
            </p:cNvPr>
            <p:cNvCxnSpPr>
              <a:cxnSpLocks/>
              <a:stCxn id="48" idx="3"/>
            </p:cNvCxnSpPr>
            <p:nvPr/>
          </p:nvCxnSpPr>
          <p:spPr>
            <a:xfrm>
              <a:off x="3410305" y="1976369"/>
              <a:ext cx="443424" cy="323188"/>
            </a:xfrm>
            <a:prstGeom prst="straightConnector1">
              <a:avLst/>
            </a:prstGeom>
            <a:ln>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53" name="圆角矩形 12">
            <a:extLst>
              <a:ext uri="{FF2B5EF4-FFF2-40B4-BE49-F238E27FC236}">
                <a16:creationId xmlns:a16="http://schemas.microsoft.com/office/drawing/2014/main" id="{6C0A0430-CA5F-AC68-905E-6F7064CEAFE9}"/>
              </a:ext>
            </a:extLst>
          </p:cNvPr>
          <p:cNvSpPr/>
          <p:nvPr/>
        </p:nvSpPr>
        <p:spPr>
          <a:xfrm>
            <a:off x="8331381" y="2230634"/>
            <a:ext cx="1359530" cy="396000"/>
          </a:xfrm>
          <a:prstGeom prst="roundRect">
            <a:avLst/>
          </a:prstGeom>
          <a:solidFill>
            <a:schemeClr val="bg1">
              <a:lumMod val="95000"/>
            </a:schemeClr>
          </a:solidFill>
          <a:effectLst>
            <a:outerShdw blurRad="50800" dist="38100" dir="2700000" algn="tl" rotWithShape="0">
              <a:prstClr val="black">
                <a:alpha val="40000"/>
              </a:prstClr>
            </a:outerShdw>
          </a:effectLst>
        </p:spPr>
        <p:txBody>
          <a:bodyPr wrap="square">
            <a:spAutoFit/>
          </a:bodyPr>
          <a:lstStyle/>
          <a:p>
            <a:endParaRPr lang="zh-CN" altLang="en-US" sz="2000" b="1" dirty="0">
              <a:solidFill>
                <a:schemeClr val="tx1"/>
              </a:solidFill>
            </a:endParaRPr>
          </a:p>
        </p:txBody>
      </p:sp>
      <p:sp>
        <p:nvSpPr>
          <p:cNvPr id="54" name="文本框 53">
            <a:extLst>
              <a:ext uri="{FF2B5EF4-FFF2-40B4-BE49-F238E27FC236}">
                <a16:creationId xmlns:a16="http://schemas.microsoft.com/office/drawing/2014/main" id="{86E6DA01-82B5-011E-E828-6A34F6CB1C24}"/>
              </a:ext>
            </a:extLst>
          </p:cNvPr>
          <p:cNvSpPr txBox="1"/>
          <p:nvPr/>
        </p:nvSpPr>
        <p:spPr>
          <a:xfrm>
            <a:off x="8351444" y="2209456"/>
            <a:ext cx="1359530" cy="384464"/>
          </a:xfrm>
          <a:prstGeom prst="rect">
            <a:avLst/>
          </a:prstGeom>
          <a:noFill/>
        </p:spPr>
        <p:txBody>
          <a:bodyPr wrap="square">
            <a:spAutoFit/>
          </a:bodyPr>
          <a:lstStyle/>
          <a:p>
            <a:pPr algn="ctr">
              <a:lnSpc>
                <a:spcPct val="150000"/>
              </a:lnSpc>
              <a:buNone/>
            </a:pPr>
            <a:r>
              <a:rPr lang="en" altLang="zh-CN" sz="1400" dirty="0">
                <a:solidFill>
                  <a:srgbClr val="0E0E0E"/>
                </a:solidFill>
                <a:effectLst/>
                <a:latin typeface="Aptos" panose="020B0004020202020204" pitchFamily="34" charset="0"/>
              </a:rPr>
              <a:t>Hidden layer 2</a:t>
            </a:r>
            <a:endParaRPr lang="en" altLang="zh-CN" sz="1400" dirty="0">
              <a:solidFill>
                <a:srgbClr val="0E0E0E"/>
              </a:solidFill>
              <a:latin typeface="Aptos" panose="020B0004020202020204" pitchFamily="34" charset="0"/>
            </a:endParaRPr>
          </a:p>
        </p:txBody>
      </p:sp>
      <p:cxnSp>
        <p:nvCxnSpPr>
          <p:cNvPr id="55" name="直接箭头连接符 54">
            <a:extLst>
              <a:ext uri="{FF2B5EF4-FFF2-40B4-BE49-F238E27FC236}">
                <a16:creationId xmlns:a16="http://schemas.microsoft.com/office/drawing/2014/main" id="{0DC37963-3807-3BB2-BAB1-C707637A7123}"/>
              </a:ext>
            </a:extLst>
          </p:cNvPr>
          <p:cNvCxnSpPr>
            <a:cxnSpLocks/>
          </p:cNvCxnSpPr>
          <p:nvPr/>
        </p:nvCxnSpPr>
        <p:spPr>
          <a:xfrm>
            <a:off x="7912729" y="2182924"/>
            <a:ext cx="463133" cy="161687"/>
          </a:xfrm>
          <a:prstGeom prst="straightConnector1">
            <a:avLst/>
          </a:prstGeom>
          <a:ln>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9" name="直接箭头连接符 58">
            <a:extLst>
              <a:ext uri="{FF2B5EF4-FFF2-40B4-BE49-F238E27FC236}">
                <a16:creationId xmlns:a16="http://schemas.microsoft.com/office/drawing/2014/main" id="{7B5126B0-A82C-A670-5BDC-07583FF80979}"/>
              </a:ext>
            </a:extLst>
          </p:cNvPr>
          <p:cNvCxnSpPr>
            <a:cxnSpLocks/>
            <a:stCxn id="54" idx="3"/>
            <a:endCxn id="45" idx="1"/>
          </p:cNvCxnSpPr>
          <p:nvPr/>
        </p:nvCxnSpPr>
        <p:spPr>
          <a:xfrm flipV="1">
            <a:off x="9710974" y="2167189"/>
            <a:ext cx="433039" cy="234499"/>
          </a:xfrm>
          <a:prstGeom prst="straightConnector1">
            <a:avLst/>
          </a:prstGeom>
          <a:ln>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64" name="组合 63">
            <a:extLst>
              <a:ext uri="{FF2B5EF4-FFF2-40B4-BE49-F238E27FC236}">
                <a16:creationId xmlns:a16="http://schemas.microsoft.com/office/drawing/2014/main" id="{60F13158-E471-B05C-2C40-62F2D14AD56C}"/>
              </a:ext>
            </a:extLst>
          </p:cNvPr>
          <p:cNvGrpSpPr/>
          <p:nvPr/>
        </p:nvGrpSpPr>
        <p:grpSpPr>
          <a:xfrm>
            <a:off x="6566878" y="6168227"/>
            <a:ext cx="4947206" cy="445270"/>
            <a:chOff x="612436" y="5351740"/>
            <a:chExt cx="4661385" cy="445270"/>
          </a:xfrm>
        </p:grpSpPr>
        <p:sp>
          <p:nvSpPr>
            <p:cNvPr id="65" name="文本框 64">
              <a:extLst>
                <a:ext uri="{FF2B5EF4-FFF2-40B4-BE49-F238E27FC236}">
                  <a16:creationId xmlns:a16="http://schemas.microsoft.com/office/drawing/2014/main" id="{86FBE91E-B594-616C-85AE-B4D45EE177DF}"/>
                </a:ext>
              </a:extLst>
            </p:cNvPr>
            <p:cNvSpPr txBox="1"/>
            <p:nvPr/>
          </p:nvSpPr>
          <p:spPr>
            <a:xfrm>
              <a:off x="612436" y="5365010"/>
              <a:ext cx="4661385" cy="432000"/>
            </a:xfrm>
            <a:prstGeom prst="rect">
              <a:avLst/>
            </a:prstGeom>
            <a:solidFill>
              <a:schemeClr val="bg1">
                <a:lumMod val="95000"/>
              </a:schemeClr>
            </a:solidFill>
          </p:spPr>
          <p:txBody>
            <a:bodyPr wrap="square">
              <a:spAutoFit/>
            </a:bodyPr>
            <a:lstStyle/>
            <a:p>
              <a:pPr>
                <a:lnSpc>
                  <a:spcPct val="150000"/>
                </a:lnSpc>
                <a:buNone/>
              </a:pPr>
              <a:endParaRPr lang="fr-FR" altLang="zh-CN" sz="1600" dirty="0"/>
            </a:p>
          </p:txBody>
        </p:sp>
        <p:sp>
          <p:nvSpPr>
            <p:cNvPr id="66" name="文本框 65">
              <a:extLst>
                <a:ext uri="{FF2B5EF4-FFF2-40B4-BE49-F238E27FC236}">
                  <a16:creationId xmlns:a16="http://schemas.microsoft.com/office/drawing/2014/main" id="{DA4FF139-9A98-3684-1B4E-095DB4C0E0DA}"/>
                </a:ext>
              </a:extLst>
            </p:cNvPr>
            <p:cNvSpPr txBox="1"/>
            <p:nvPr/>
          </p:nvSpPr>
          <p:spPr>
            <a:xfrm>
              <a:off x="1033027" y="5351740"/>
              <a:ext cx="3978030" cy="426207"/>
            </a:xfrm>
            <a:prstGeom prst="rect">
              <a:avLst/>
            </a:prstGeom>
            <a:noFill/>
          </p:spPr>
          <p:txBody>
            <a:bodyPr wrap="square" rtlCol="0">
              <a:spAutoFit/>
            </a:bodyPr>
            <a:lstStyle/>
            <a:p>
              <a:pPr algn="ctr">
                <a:lnSpc>
                  <a:spcPct val="150000"/>
                </a:lnSpc>
              </a:pPr>
              <a:r>
                <a:rPr lang="fr-FR" altLang="zh-CN" sz="1600" b="1" dirty="0"/>
                <a:t>Activation: </a:t>
              </a:r>
              <a:r>
                <a:rPr lang="fr-FR" altLang="zh-CN" sz="1600" dirty="0"/>
                <a:t>ReLU</a:t>
              </a:r>
              <a:r>
                <a:rPr lang="fr-FR" altLang="zh-CN" sz="1600" b="1" dirty="0"/>
                <a:t>, Optimizer: </a:t>
              </a:r>
              <a:r>
                <a:rPr lang="fr-FR" altLang="zh-CN" sz="1600" dirty="0"/>
                <a:t>Adam</a:t>
              </a:r>
            </a:p>
          </p:txBody>
        </p:sp>
      </p:grpSp>
      <p:graphicFrame>
        <p:nvGraphicFramePr>
          <p:cNvPr id="67" name="表格 66">
            <a:extLst>
              <a:ext uri="{FF2B5EF4-FFF2-40B4-BE49-F238E27FC236}">
                <a16:creationId xmlns:a16="http://schemas.microsoft.com/office/drawing/2014/main" id="{956E4C2A-EA71-6586-A5A5-3A281570DCF8}"/>
              </a:ext>
            </a:extLst>
          </p:cNvPr>
          <p:cNvGraphicFramePr>
            <a:graphicFrameLocks noGrp="1"/>
          </p:cNvGraphicFramePr>
          <p:nvPr>
            <p:extLst>
              <p:ext uri="{D42A27DB-BD31-4B8C-83A1-F6EECF244321}">
                <p14:modId xmlns:p14="http://schemas.microsoft.com/office/powerpoint/2010/main" val="3674532341"/>
              </p:ext>
            </p:extLst>
          </p:nvPr>
        </p:nvGraphicFramePr>
        <p:xfrm>
          <a:off x="9855068" y="5092404"/>
          <a:ext cx="1019740" cy="370840"/>
        </p:xfrm>
        <a:graphic>
          <a:graphicData uri="http://schemas.openxmlformats.org/drawingml/2006/table">
            <a:tbl>
              <a:tblPr firstRow="1" bandRow="1">
                <a:tableStyleId>{2D5ABB26-0587-4C30-8999-92F81FD0307C}</a:tableStyleId>
              </a:tblPr>
              <a:tblGrid>
                <a:gridCol w="475226">
                  <a:extLst>
                    <a:ext uri="{9D8B030D-6E8A-4147-A177-3AD203B41FA5}">
                      <a16:colId xmlns:a16="http://schemas.microsoft.com/office/drawing/2014/main" val="2074822626"/>
                    </a:ext>
                  </a:extLst>
                </a:gridCol>
                <a:gridCol w="544514">
                  <a:extLst>
                    <a:ext uri="{9D8B030D-6E8A-4147-A177-3AD203B41FA5}">
                      <a16:colId xmlns:a16="http://schemas.microsoft.com/office/drawing/2014/main" val="4042354169"/>
                    </a:ext>
                  </a:extLst>
                </a:gridCol>
              </a:tblGrid>
              <a:tr h="370840">
                <a:tc>
                  <a:txBody>
                    <a:bodyPr/>
                    <a:lstStyle/>
                    <a:p>
                      <a:pPr algn="ctr" rtl="0" fontAlgn="ctr">
                        <a:buNone/>
                      </a:pPr>
                      <a:r>
                        <a:rPr lang="en-HK" sz="1600" b="1" i="0" u="none" strike="noStrike" dirty="0">
                          <a:solidFill>
                            <a:srgbClr val="000000"/>
                          </a:solidFill>
                          <a:effectLst/>
                          <a:latin typeface="Aptos" panose="020B0004020202020204" pitchFamily="34" charset="0"/>
                        </a:rPr>
                        <a:t>R</a:t>
                      </a:r>
                      <a:r>
                        <a:rPr lang="en-HK" sz="1600" b="1" i="0" u="none" strike="noStrike" baseline="30000" dirty="0">
                          <a:solidFill>
                            <a:srgbClr val="000000"/>
                          </a:solidFill>
                          <a:effectLst/>
                          <a:latin typeface="Aptos" panose="020B0004020202020204" pitchFamily="34" charset="0"/>
                        </a:rPr>
                        <a:t>2</a:t>
                      </a:r>
                      <a:r>
                        <a:rPr lang="en-HK" sz="1600" b="1" i="0" u="none" strike="noStrike" dirty="0">
                          <a:solidFill>
                            <a:srgbClr val="000000"/>
                          </a:solidFill>
                          <a:effectLst/>
                          <a:latin typeface="Aptos" panose="020B0004020202020204" pitchFamily="34" charset="0"/>
                        </a:rPr>
                        <a:t> =</a:t>
                      </a:r>
                    </a:p>
                  </a:txBody>
                  <a:tcPr marL="9525" marR="9525" marT="9525"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HK" altLang="zh-CN" sz="1600" b="0" i="0" u="none" strike="noStrike" dirty="0">
                          <a:solidFill>
                            <a:srgbClr val="000000"/>
                          </a:solidFill>
                          <a:effectLst/>
                          <a:latin typeface="Aptos" panose="020B0004020202020204" pitchFamily="34" charset="0"/>
                        </a:rPr>
                        <a:t>0.78</a:t>
                      </a:r>
                    </a:p>
                  </a:txBody>
                  <a:tcPr marL="9525" marR="9525" marT="9525"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7384470"/>
                  </a:ext>
                </a:extLst>
              </a:tr>
            </a:tbl>
          </a:graphicData>
        </a:graphic>
      </p:graphicFrame>
      <p:sp>
        <p:nvSpPr>
          <p:cNvPr id="68" name="文本框 67">
            <a:extLst>
              <a:ext uri="{FF2B5EF4-FFF2-40B4-BE49-F238E27FC236}">
                <a16:creationId xmlns:a16="http://schemas.microsoft.com/office/drawing/2014/main" id="{C6CD8619-7B9E-FCD0-4B36-13B09F9667D8}"/>
              </a:ext>
            </a:extLst>
          </p:cNvPr>
          <p:cNvSpPr txBox="1"/>
          <p:nvPr/>
        </p:nvSpPr>
        <p:spPr>
          <a:xfrm>
            <a:off x="9836926" y="4791492"/>
            <a:ext cx="1034935" cy="369332"/>
          </a:xfrm>
          <a:prstGeom prst="rect">
            <a:avLst/>
          </a:prstGeom>
          <a:noFill/>
        </p:spPr>
        <p:txBody>
          <a:bodyPr wrap="square">
            <a:spAutoFit/>
          </a:bodyPr>
          <a:lstStyle/>
          <a:p>
            <a:pPr algn="ctr"/>
            <a:r>
              <a:rPr lang="en-HK" altLang="zh-CN" dirty="0"/>
              <a:t>Test set </a:t>
            </a:r>
            <a:endParaRPr lang="zh-CN" altLang="en-US" dirty="0"/>
          </a:p>
        </p:txBody>
      </p:sp>
      <p:sp>
        <p:nvSpPr>
          <p:cNvPr id="6" name="矩形 5">
            <a:extLst>
              <a:ext uri="{FF2B5EF4-FFF2-40B4-BE49-F238E27FC236}">
                <a16:creationId xmlns:a16="http://schemas.microsoft.com/office/drawing/2014/main" id="{3A3E3D6A-EC8E-85DE-3C8A-61581E97F657}"/>
              </a:ext>
            </a:extLst>
          </p:cNvPr>
          <p:cNvSpPr/>
          <p:nvPr/>
        </p:nvSpPr>
        <p:spPr>
          <a:xfrm>
            <a:off x="743641" y="3210227"/>
            <a:ext cx="458275" cy="3385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3" name="组合 142">
            <a:extLst>
              <a:ext uri="{FF2B5EF4-FFF2-40B4-BE49-F238E27FC236}">
                <a16:creationId xmlns:a16="http://schemas.microsoft.com/office/drawing/2014/main" id="{8B9218B8-96A0-52A8-8B6D-1AA836F21811}"/>
              </a:ext>
            </a:extLst>
          </p:cNvPr>
          <p:cNvGrpSpPr/>
          <p:nvPr/>
        </p:nvGrpSpPr>
        <p:grpSpPr>
          <a:xfrm>
            <a:off x="654340" y="3210227"/>
            <a:ext cx="665966" cy="351771"/>
            <a:chOff x="654340" y="3210227"/>
            <a:chExt cx="665966" cy="351771"/>
          </a:xfrm>
        </p:grpSpPr>
        <p:sp>
          <p:nvSpPr>
            <p:cNvPr id="7" name="矩形 6">
              <a:extLst>
                <a:ext uri="{FF2B5EF4-FFF2-40B4-BE49-F238E27FC236}">
                  <a16:creationId xmlns:a16="http://schemas.microsoft.com/office/drawing/2014/main" id="{80DD474C-FA11-E0CD-32DF-000920B5B817}"/>
                </a:ext>
              </a:extLst>
            </p:cNvPr>
            <p:cNvSpPr/>
            <p:nvPr/>
          </p:nvSpPr>
          <p:spPr>
            <a:xfrm>
              <a:off x="727457" y="3210227"/>
              <a:ext cx="458275" cy="3385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E43BB63B-F3D4-E35F-86CF-3C3D764C7A83}"/>
                </a:ext>
              </a:extLst>
            </p:cNvPr>
            <p:cNvSpPr txBox="1"/>
            <p:nvPr/>
          </p:nvSpPr>
          <p:spPr>
            <a:xfrm>
              <a:off x="654340" y="3223444"/>
              <a:ext cx="665966" cy="338554"/>
            </a:xfrm>
            <a:prstGeom prst="rect">
              <a:avLst/>
            </a:prstGeom>
            <a:noFill/>
          </p:spPr>
          <p:txBody>
            <a:bodyPr wrap="square" rtlCol="0">
              <a:spAutoFit/>
            </a:bodyPr>
            <a:lstStyle/>
            <a:p>
              <a:r>
                <a:rPr lang="en-US" altLang="zh-CN" sz="1600" dirty="0"/>
                <a:t>-1.60</a:t>
              </a:r>
              <a:endParaRPr lang="zh-CN" altLang="en-US" sz="1600" dirty="0"/>
            </a:p>
          </p:txBody>
        </p:sp>
      </p:grpSp>
      <p:grpSp>
        <p:nvGrpSpPr>
          <p:cNvPr id="142" name="组合 141">
            <a:extLst>
              <a:ext uri="{FF2B5EF4-FFF2-40B4-BE49-F238E27FC236}">
                <a16:creationId xmlns:a16="http://schemas.microsoft.com/office/drawing/2014/main" id="{F13D3BC0-2304-BE3D-B028-266C47F694C8}"/>
              </a:ext>
            </a:extLst>
          </p:cNvPr>
          <p:cNvGrpSpPr/>
          <p:nvPr/>
        </p:nvGrpSpPr>
        <p:grpSpPr>
          <a:xfrm>
            <a:off x="659443" y="3667161"/>
            <a:ext cx="665966" cy="371986"/>
            <a:chOff x="659443" y="3667161"/>
            <a:chExt cx="665966" cy="371986"/>
          </a:xfrm>
        </p:grpSpPr>
        <p:sp>
          <p:nvSpPr>
            <p:cNvPr id="25" name="矩形 24">
              <a:extLst>
                <a:ext uri="{FF2B5EF4-FFF2-40B4-BE49-F238E27FC236}">
                  <a16:creationId xmlns:a16="http://schemas.microsoft.com/office/drawing/2014/main" id="{18290986-8624-8EDA-C6C7-03AAE8582E86}"/>
                </a:ext>
              </a:extLst>
            </p:cNvPr>
            <p:cNvSpPr/>
            <p:nvPr/>
          </p:nvSpPr>
          <p:spPr>
            <a:xfrm>
              <a:off x="743641" y="3667161"/>
              <a:ext cx="442091" cy="3385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F9E9FE65-5164-92D0-158C-83EA9D694943}"/>
                </a:ext>
              </a:extLst>
            </p:cNvPr>
            <p:cNvSpPr txBox="1"/>
            <p:nvPr/>
          </p:nvSpPr>
          <p:spPr>
            <a:xfrm>
              <a:off x="659443" y="3700593"/>
              <a:ext cx="665966" cy="338554"/>
            </a:xfrm>
            <a:prstGeom prst="rect">
              <a:avLst/>
            </a:prstGeom>
            <a:noFill/>
          </p:spPr>
          <p:txBody>
            <a:bodyPr wrap="square" rtlCol="0">
              <a:spAutoFit/>
            </a:bodyPr>
            <a:lstStyle/>
            <a:p>
              <a:r>
                <a:rPr lang="en-US" altLang="zh-CN" sz="1600" dirty="0"/>
                <a:t>-1.73</a:t>
              </a:r>
              <a:endParaRPr lang="zh-CN" altLang="en-US" sz="1600" dirty="0"/>
            </a:p>
          </p:txBody>
        </p:sp>
      </p:grpSp>
      <p:grpSp>
        <p:nvGrpSpPr>
          <p:cNvPr id="141" name="组合 140">
            <a:extLst>
              <a:ext uri="{FF2B5EF4-FFF2-40B4-BE49-F238E27FC236}">
                <a16:creationId xmlns:a16="http://schemas.microsoft.com/office/drawing/2014/main" id="{5473D5D6-0CFC-38DC-3E47-24837F39F770}"/>
              </a:ext>
            </a:extLst>
          </p:cNvPr>
          <p:cNvGrpSpPr/>
          <p:nvPr/>
        </p:nvGrpSpPr>
        <p:grpSpPr>
          <a:xfrm>
            <a:off x="667515" y="4158428"/>
            <a:ext cx="665966" cy="371986"/>
            <a:chOff x="667515" y="4158428"/>
            <a:chExt cx="665966" cy="371986"/>
          </a:xfrm>
        </p:grpSpPr>
        <p:sp>
          <p:nvSpPr>
            <p:cNvPr id="28" name="矩形 27">
              <a:extLst>
                <a:ext uri="{FF2B5EF4-FFF2-40B4-BE49-F238E27FC236}">
                  <a16:creationId xmlns:a16="http://schemas.microsoft.com/office/drawing/2014/main" id="{4AF01030-2FCC-9893-E0D2-AB76FBBCDE42}"/>
                </a:ext>
              </a:extLst>
            </p:cNvPr>
            <p:cNvSpPr/>
            <p:nvPr/>
          </p:nvSpPr>
          <p:spPr>
            <a:xfrm>
              <a:off x="751713" y="4158428"/>
              <a:ext cx="442091" cy="3385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41853DB8-E6E7-E726-1AF5-9EC0C8942BA3}"/>
                </a:ext>
              </a:extLst>
            </p:cNvPr>
            <p:cNvSpPr txBox="1"/>
            <p:nvPr/>
          </p:nvSpPr>
          <p:spPr>
            <a:xfrm>
              <a:off x="667515" y="4191860"/>
              <a:ext cx="665966" cy="338554"/>
            </a:xfrm>
            <a:prstGeom prst="rect">
              <a:avLst/>
            </a:prstGeom>
            <a:noFill/>
          </p:spPr>
          <p:txBody>
            <a:bodyPr wrap="square" rtlCol="0">
              <a:spAutoFit/>
            </a:bodyPr>
            <a:lstStyle/>
            <a:p>
              <a:r>
                <a:rPr lang="en-US" altLang="zh-CN" sz="1600" dirty="0"/>
                <a:t>-1.86</a:t>
              </a:r>
              <a:endParaRPr lang="zh-CN" altLang="en-US" sz="1600" dirty="0"/>
            </a:p>
          </p:txBody>
        </p:sp>
      </p:grpSp>
      <p:grpSp>
        <p:nvGrpSpPr>
          <p:cNvPr id="140" name="组合 139">
            <a:extLst>
              <a:ext uri="{FF2B5EF4-FFF2-40B4-BE49-F238E27FC236}">
                <a16:creationId xmlns:a16="http://schemas.microsoft.com/office/drawing/2014/main" id="{3510D0E0-C340-F026-CAE0-A15A02708EAD}"/>
              </a:ext>
            </a:extLst>
          </p:cNvPr>
          <p:cNvGrpSpPr/>
          <p:nvPr/>
        </p:nvGrpSpPr>
        <p:grpSpPr>
          <a:xfrm>
            <a:off x="651331" y="4649019"/>
            <a:ext cx="665966" cy="371986"/>
            <a:chOff x="651331" y="4649019"/>
            <a:chExt cx="665966" cy="371986"/>
          </a:xfrm>
        </p:grpSpPr>
        <p:sp>
          <p:nvSpPr>
            <p:cNvPr id="51" name="矩形 50">
              <a:extLst>
                <a:ext uri="{FF2B5EF4-FFF2-40B4-BE49-F238E27FC236}">
                  <a16:creationId xmlns:a16="http://schemas.microsoft.com/office/drawing/2014/main" id="{6BF35041-F095-D577-C45A-C9EAB53C085E}"/>
                </a:ext>
              </a:extLst>
            </p:cNvPr>
            <p:cNvSpPr/>
            <p:nvPr/>
          </p:nvSpPr>
          <p:spPr>
            <a:xfrm>
              <a:off x="735529" y="4649019"/>
              <a:ext cx="442091" cy="3385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65CD0910-DFFA-32E8-D831-F81BD9BC4856}"/>
                </a:ext>
              </a:extLst>
            </p:cNvPr>
            <p:cNvSpPr txBox="1"/>
            <p:nvPr/>
          </p:nvSpPr>
          <p:spPr>
            <a:xfrm>
              <a:off x="651331" y="4682451"/>
              <a:ext cx="665966" cy="338554"/>
            </a:xfrm>
            <a:prstGeom prst="rect">
              <a:avLst/>
            </a:prstGeom>
            <a:noFill/>
          </p:spPr>
          <p:txBody>
            <a:bodyPr wrap="square" rtlCol="0">
              <a:spAutoFit/>
            </a:bodyPr>
            <a:lstStyle/>
            <a:p>
              <a:r>
                <a:rPr lang="en-US" altLang="zh-CN" sz="1600" dirty="0"/>
                <a:t>-2.00</a:t>
              </a:r>
              <a:endParaRPr lang="zh-CN" altLang="en-US" sz="1600" dirty="0"/>
            </a:p>
          </p:txBody>
        </p:sp>
      </p:grpSp>
      <p:grpSp>
        <p:nvGrpSpPr>
          <p:cNvPr id="139" name="组合 138">
            <a:extLst>
              <a:ext uri="{FF2B5EF4-FFF2-40B4-BE49-F238E27FC236}">
                <a16:creationId xmlns:a16="http://schemas.microsoft.com/office/drawing/2014/main" id="{5CA2871B-1864-C39F-4B23-166DA6FD8745}"/>
              </a:ext>
            </a:extLst>
          </p:cNvPr>
          <p:cNvGrpSpPr/>
          <p:nvPr/>
        </p:nvGrpSpPr>
        <p:grpSpPr>
          <a:xfrm>
            <a:off x="651331" y="5131518"/>
            <a:ext cx="665966" cy="371986"/>
            <a:chOff x="651331" y="5131518"/>
            <a:chExt cx="665966" cy="371986"/>
          </a:xfrm>
        </p:grpSpPr>
        <p:sp>
          <p:nvSpPr>
            <p:cNvPr id="57" name="矩形 56">
              <a:extLst>
                <a:ext uri="{FF2B5EF4-FFF2-40B4-BE49-F238E27FC236}">
                  <a16:creationId xmlns:a16="http://schemas.microsoft.com/office/drawing/2014/main" id="{DFCA9189-B61A-0CCC-F0FD-5A5A294C54CE}"/>
                </a:ext>
              </a:extLst>
            </p:cNvPr>
            <p:cNvSpPr/>
            <p:nvPr/>
          </p:nvSpPr>
          <p:spPr>
            <a:xfrm>
              <a:off x="735529" y="5131518"/>
              <a:ext cx="442091" cy="3385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32606752-B613-5438-A5F2-64B2749DAB1D}"/>
                </a:ext>
              </a:extLst>
            </p:cNvPr>
            <p:cNvSpPr txBox="1"/>
            <p:nvPr/>
          </p:nvSpPr>
          <p:spPr>
            <a:xfrm>
              <a:off x="651331" y="5164950"/>
              <a:ext cx="665966" cy="338554"/>
            </a:xfrm>
            <a:prstGeom prst="rect">
              <a:avLst/>
            </a:prstGeom>
            <a:noFill/>
          </p:spPr>
          <p:txBody>
            <a:bodyPr wrap="square" rtlCol="0">
              <a:spAutoFit/>
            </a:bodyPr>
            <a:lstStyle/>
            <a:p>
              <a:r>
                <a:rPr lang="en-US" altLang="zh-CN" sz="1600" dirty="0"/>
                <a:t>-2.13</a:t>
              </a:r>
              <a:endParaRPr lang="zh-CN" altLang="en-US" sz="1600" dirty="0"/>
            </a:p>
          </p:txBody>
        </p:sp>
      </p:grpSp>
      <p:grpSp>
        <p:nvGrpSpPr>
          <p:cNvPr id="138" name="组合 137">
            <a:extLst>
              <a:ext uri="{FF2B5EF4-FFF2-40B4-BE49-F238E27FC236}">
                <a16:creationId xmlns:a16="http://schemas.microsoft.com/office/drawing/2014/main" id="{3893E390-C5E7-7606-67E7-DE219E75833E}"/>
              </a:ext>
            </a:extLst>
          </p:cNvPr>
          <p:cNvGrpSpPr/>
          <p:nvPr/>
        </p:nvGrpSpPr>
        <p:grpSpPr>
          <a:xfrm>
            <a:off x="1381921" y="5598522"/>
            <a:ext cx="665966" cy="338554"/>
            <a:chOff x="1381921" y="5598522"/>
            <a:chExt cx="665966" cy="338554"/>
          </a:xfrm>
        </p:grpSpPr>
        <p:sp>
          <p:nvSpPr>
            <p:cNvPr id="61" name="矩形 60">
              <a:extLst>
                <a:ext uri="{FF2B5EF4-FFF2-40B4-BE49-F238E27FC236}">
                  <a16:creationId xmlns:a16="http://schemas.microsoft.com/office/drawing/2014/main" id="{1F5F5BD0-E963-E786-8957-B5A1C7E9CE36}"/>
                </a:ext>
              </a:extLst>
            </p:cNvPr>
            <p:cNvSpPr/>
            <p:nvPr/>
          </p:nvSpPr>
          <p:spPr>
            <a:xfrm>
              <a:off x="1421562" y="5669796"/>
              <a:ext cx="528619"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a:extLst>
                <a:ext uri="{FF2B5EF4-FFF2-40B4-BE49-F238E27FC236}">
                  <a16:creationId xmlns:a16="http://schemas.microsoft.com/office/drawing/2014/main" id="{D0DE2784-E35C-64E4-2106-C8D7E4B6E95E}"/>
                </a:ext>
              </a:extLst>
            </p:cNvPr>
            <p:cNvSpPr txBox="1"/>
            <p:nvPr/>
          </p:nvSpPr>
          <p:spPr>
            <a:xfrm>
              <a:off x="1381921" y="5598522"/>
              <a:ext cx="665966" cy="338554"/>
            </a:xfrm>
            <a:prstGeom prst="rect">
              <a:avLst/>
            </a:prstGeom>
            <a:noFill/>
          </p:spPr>
          <p:txBody>
            <a:bodyPr wrap="square" rtlCol="0">
              <a:spAutoFit/>
            </a:bodyPr>
            <a:lstStyle/>
            <a:p>
              <a:r>
                <a:rPr lang="en-US" altLang="zh-CN" sz="1600" dirty="0"/>
                <a:t>-2.13</a:t>
              </a:r>
              <a:endParaRPr lang="zh-CN" altLang="en-US" sz="1600" dirty="0"/>
            </a:p>
          </p:txBody>
        </p:sp>
      </p:grpSp>
      <p:grpSp>
        <p:nvGrpSpPr>
          <p:cNvPr id="137" name="组合 136">
            <a:extLst>
              <a:ext uri="{FF2B5EF4-FFF2-40B4-BE49-F238E27FC236}">
                <a16:creationId xmlns:a16="http://schemas.microsoft.com/office/drawing/2014/main" id="{568E9372-293D-4A91-1FC9-FEF911B540FE}"/>
              </a:ext>
            </a:extLst>
          </p:cNvPr>
          <p:cNvGrpSpPr/>
          <p:nvPr/>
        </p:nvGrpSpPr>
        <p:grpSpPr>
          <a:xfrm>
            <a:off x="2108977" y="5598522"/>
            <a:ext cx="665966" cy="338554"/>
            <a:chOff x="2108977" y="5598522"/>
            <a:chExt cx="665966" cy="338554"/>
          </a:xfrm>
        </p:grpSpPr>
        <p:sp>
          <p:nvSpPr>
            <p:cNvPr id="69" name="矩形 68">
              <a:extLst>
                <a:ext uri="{FF2B5EF4-FFF2-40B4-BE49-F238E27FC236}">
                  <a16:creationId xmlns:a16="http://schemas.microsoft.com/office/drawing/2014/main" id="{C0C7D0C8-CCB8-5353-E3FE-E35714BCC8BF}"/>
                </a:ext>
              </a:extLst>
            </p:cNvPr>
            <p:cNvSpPr/>
            <p:nvPr/>
          </p:nvSpPr>
          <p:spPr>
            <a:xfrm>
              <a:off x="2148618" y="5669796"/>
              <a:ext cx="528619"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a:extLst>
                <a:ext uri="{FF2B5EF4-FFF2-40B4-BE49-F238E27FC236}">
                  <a16:creationId xmlns:a16="http://schemas.microsoft.com/office/drawing/2014/main" id="{7527A561-3D52-9ED9-C80A-164BC59B3060}"/>
                </a:ext>
              </a:extLst>
            </p:cNvPr>
            <p:cNvSpPr txBox="1"/>
            <p:nvPr/>
          </p:nvSpPr>
          <p:spPr>
            <a:xfrm>
              <a:off x="2108977" y="5598522"/>
              <a:ext cx="665966" cy="338554"/>
            </a:xfrm>
            <a:prstGeom prst="rect">
              <a:avLst/>
            </a:prstGeom>
            <a:noFill/>
          </p:spPr>
          <p:txBody>
            <a:bodyPr wrap="square" rtlCol="0">
              <a:spAutoFit/>
            </a:bodyPr>
            <a:lstStyle/>
            <a:p>
              <a:r>
                <a:rPr lang="en-US" altLang="zh-CN" sz="1600" dirty="0"/>
                <a:t>-2.00</a:t>
              </a:r>
              <a:endParaRPr lang="zh-CN" altLang="en-US" sz="1600" dirty="0"/>
            </a:p>
          </p:txBody>
        </p:sp>
      </p:grpSp>
      <p:grpSp>
        <p:nvGrpSpPr>
          <p:cNvPr id="136" name="组合 135">
            <a:extLst>
              <a:ext uri="{FF2B5EF4-FFF2-40B4-BE49-F238E27FC236}">
                <a16:creationId xmlns:a16="http://schemas.microsoft.com/office/drawing/2014/main" id="{6D8A39CB-9455-D5F5-AFFD-FCF842B4FF27}"/>
              </a:ext>
            </a:extLst>
          </p:cNvPr>
          <p:cNvGrpSpPr/>
          <p:nvPr/>
        </p:nvGrpSpPr>
        <p:grpSpPr>
          <a:xfrm>
            <a:off x="2835173" y="5594260"/>
            <a:ext cx="665966" cy="338554"/>
            <a:chOff x="2835173" y="5594260"/>
            <a:chExt cx="665966" cy="338554"/>
          </a:xfrm>
        </p:grpSpPr>
        <p:sp>
          <p:nvSpPr>
            <p:cNvPr id="72" name="矩形 71">
              <a:extLst>
                <a:ext uri="{FF2B5EF4-FFF2-40B4-BE49-F238E27FC236}">
                  <a16:creationId xmlns:a16="http://schemas.microsoft.com/office/drawing/2014/main" id="{8AD81B87-F7D8-3035-9768-32C4478B5FB8}"/>
                </a:ext>
              </a:extLst>
            </p:cNvPr>
            <p:cNvSpPr/>
            <p:nvPr/>
          </p:nvSpPr>
          <p:spPr>
            <a:xfrm>
              <a:off x="2874814" y="5665534"/>
              <a:ext cx="528619"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72">
              <a:extLst>
                <a:ext uri="{FF2B5EF4-FFF2-40B4-BE49-F238E27FC236}">
                  <a16:creationId xmlns:a16="http://schemas.microsoft.com/office/drawing/2014/main" id="{69BDE941-228D-0251-ED0B-2D88B93FD424}"/>
                </a:ext>
              </a:extLst>
            </p:cNvPr>
            <p:cNvSpPr txBox="1"/>
            <p:nvPr/>
          </p:nvSpPr>
          <p:spPr>
            <a:xfrm>
              <a:off x="2835173" y="5594260"/>
              <a:ext cx="665966" cy="338554"/>
            </a:xfrm>
            <a:prstGeom prst="rect">
              <a:avLst/>
            </a:prstGeom>
            <a:noFill/>
          </p:spPr>
          <p:txBody>
            <a:bodyPr wrap="square" rtlCol="0">
              <a:spAutoFit/>
            </a:bodyPr>
            <a:lstStyle/>
            <a:p>
              <a:r>
                <a:rPr lang="en-US" altLang="zh-CN" sz="1600" dirty="0"/>
                <a:t>-1.86</a:t>
              </a:r>
              <a:endParaRPr lang="zh-CN" altLang="en-US" sz="1600" dirty="0"/>
            </a:p>
          </p:txBody>
        </p:sp>
      </p:grpSp>
      <p:grpSp>
        <p:nvGrpSpPr>
          <p:cNvPr id="135" name="组合 134">
            <a:extLst>
              <a:ext uri="{FF2B5EF4-FFF2-40B4-BE49-F238E27FC236}">
                <a16:creationId xmlns:a16="http://schemas.microsoft.com/office/drawing/2014/main" id="{56918D74-04A4-B751-E250-0D911E428B67}"/>
              </a:ext>
            </a:extLst>
          </p:cNvPr>
          <p:cNvGrpSpPr/>
          <p:nvPr/>
        </p:nvGrpSpPr>
        <p:grpSpPr>
          <a:xfrm>
            <a:off x="3549167" y="5594260"/>
            <a:ext cx="665966" cy="338554"/>
            <a:chOff x="3549167" y="5594260"/>
            <a:chExt cx="665966" cy="338554"/>
          </a:xfrm>
        </p:grpSpPr>
        <p:sp>
          <p:nvSpPr>
            <p:cNvPr id="75" name="矩形 74">
              <a:extLst>
                <a:ext uri="{FF2B5EF4-FFF2-40B4-BE49-F238E27FC236}">
                  <a16:creationId xmlns:a16="http://schemas.microsoft.com/office/drawing/2014/main" id="{FEC5842B-8848-DFBA-9F55-73451F229813}"/>
                </a:ext>
              </a:extLst>
            </p:cNvPr>
            <p:cNvSpPr/>
            <p:nvPr/>
          </p:nvSpPr>
          <p:spPr>
            <a:xfrm>
              <a:off x="3588808" y="5665534"/>
              <a:ext cx="528619"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框 75">
              <a:extLst>
                <a:ext uri="{FF2B5EF4-FFF2-40B4-BE49-F238E27FC236}">
                  <a16:creationId xmlns:a16="http://schemas.microsoft.com/office/drawing/2014/main" id="{5538227D-E3FF-A25C-EC2E-466947353307}"/>
                </a:ext>
              </a:extLst>
            </p:cNvPr>
            <p:cNvSpPr txBox="1"/>
            <p:nvPr/>
          </p:nvSpPr>
          <p:spPr>
            <a:xfrm>
              <a:off x="3549167" y="5594260"/>
              <a:ext cx="665966" cy="338554"/>
            </a:xfrm>
            <a:prstGeom prst="rect">
              <a:avLst/>
            </a:prstGeom>
            <a:noFill/>
          </p:spPr>
          <p:txBody>
            <a:bodyPr wrap="square" rtlCol="0">
              <a:spAutoFit/>
            </a:bodyPr>
            <a:lstStyle/>
            <a:p>
              <a:r>
                <a:rPr lang="en-US" altLang="zh-CN" sz="1600" dirty="0"/>
                <a:t>-1.73</a:t>
              </a:r>
              <a:endParaRPr lang="zh-CN" altLang="en-US" sz="1600" dirty="0"/>
            </a:p>
          </p:txBody>
        </p:sp>
      </p:grpSp>
      <p:grpSp>
        <p:nvGrpSpPr>
          <p:cNvPr id="134" name="组合 133">
            <a:extLst>
              <a:ext uri="{FF2B5EF4-FFF2-40B4-BE49-F238E27FC236}">
                <a16:creationId xmlns:a16="http://schemas.microsoft.com/office/drawing/2014/main" id="{A4539DAF-C0C9-E1FB-3E3B-6F6F5B16BE80}"/>
              </a:ext>
            </a:extLst>
          </p:cNvPr>
          <p:cNvGrpSpPr/>
          <p:nvPr/>
        </p:nvGrpSpPr>
        <p:grpSpPr>
          <a:xfrm>
            <a:off x="4271493" y="5601618"/>
            <a:ext cx="665966" cy="338554"/>
            <a:chOff x="4271493" y="5601618"/>
            <a:chExt cx="665966" cy="338554"/>
          </a:xfrm>
        </p:grpSpPr>
        <p:sp>
          <p:nvSpPr>
            <p:cNvPr id="78" name="矩形 77">
              <a:extLst>
                <a:ext uri="{FF2B5EF4-FFF2-40B4-BE49-F238E27FC236}">
                  <a16:creationId xmlns:a16="http://schemas.microsoft.com/office/drawing/2014/main" id="{74CD4790-0739-C65A-5C4C-5ED772822144}"/>
                </a:ext>
              </a:extLst>
            </p:cNvPr>
            <p:cNvSpPr/>
            <p:nvPr/>
          </p:nvSpPr>
          <p:spPr>
            <a:xfrm>
              <a:off x="4311134" y="5672892"/>
              <a:ext cx="528619"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文本框 78">
              <a:extLst>
                <a:ext uri="{FF2B5EF4-FFF2-40B4-BE49-F238E27FC236}">
                  <a16:creationId xmlns:a16="http://schemas.microsoft.com/office/drawing/2014/main" id="{27DF821F-EA43-67AB-06EC-20C33A9FD7B3}"/>
                </a:ext>
              </a:extLst>
            </p:cNvPr>
            <p:cNvSpPr txBox="1"/>
            <p:nvPr/>
          </p:nvSpPr>
          <p:spPr>
            <a:xfrm>
              <a:off x="4271493" y="5601618"/>
              <a:ext cx="665966" cy="338554"/>
            </a:xfrm>
            <a:prstGeom prst="rect">
              <a:avLst/>
            </a:prstGeom>
            <a:noFill/>
          </p:spPr>
          <p:txBody>
            <a:bodyPr wrap="square" rtlCol="0">
              <a:spAutoFit/>
            </a:bodyPr>
            <a:lstStyle/>
            <a:p>
              <a:r>
                <a:rPr lang="en-US" altLang="zh-CN" sz="1600" dirty="0"/>
                <a:t>-1.60</a:t>
              </a:r>
              <a:endParaRPr lang="zh-CN" altLang="en-US" sz="1600" dirty="0"/>
            </a:p>
          </p:txBody>
        </p:sp>
      </p:grpSp>
      <p:grpSp>
        <p:nvGrpSpPr>
          <p:cNvPr id="133" name="组合 132">
            <a:extLst>
              <a:ext uri="{FF2B5EF4-FFF2-40B4-BE49-F238E27FC236}">
                <a16:creationId xmlns:a16="http://schemas.microsoft.com/office/drawing/2014/main" id="{C68770E4-5D9D-6F38-8FBB-3BC37D604E61}"/>
              </a:ext>
            </a:extLst>
          </p:cNvPr>
          <p:cNvGrpSpPr/>
          <p:nvPr/>
        </p:nvGrpSpPr>
        <p:grpSpPr>
          <a:xfrm>
            <a:off x="7260442" y="5461535"/>
            <a:ext cx="665966" cy="338554"/>
            <a:chOff x="7260442" y="5461535"/>
            <a:chExt cx="665966" cy="338554"/>
          </a:xfrm>
        </p:grpSpPr>
        <p:sp>
          <p:nvSpPr>
            <p:cNvPr id="82" name="矩形 81">
              <a:extLst>
                <a:ext uri="{FF2B5EF4-FFF2-40B4-BE49-F238E27FC236}">
                  <a16:creationId xmlns:a16="http://schemas.microsoft.com/office/drawing/2014/main" id="{93C4BA2F-464D-7216-F9D5-CF009A9A90DD}"/>
                </a:ext>
              </a:extLst>
            </p:cNvPr>
            <p:cNvSpPr/>
            <p:nvPr/>
          </p:nvSpPr>
          <p:spPr>
            <a:xfrm>
              <a:off x="7300083" y="5532809"/>
              <a:ext cx="528619"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文本框 82">
              <a:extLst>
                <a:ext uri="{FF2B5EF4-FFF2-40B4-BE49-F238E27FC236}">
                  <a16:creationId xmlns:a16="http://schemas.microsoft.com/office/drawing/2014/main" id="{320495E2-5715-40E7-DFF7-29726FC1A878}"/>
                </a:ext>
              </a:extLst>
            </p:cNvPr>
            <p:cNvSpPr txBox="1"/>
            <p:nvPr/>
          </p:nvSpPr>
          <p:spPr>
            <a:xfrm>
              <a:off x="7260442" y="5461535"/>
              <a:ext cx="665966" cy="338554"/>
            </a:xfrm>
            <a:prstGeom prst="rect">
              <a:avLst/>
            </a:prstGeom>
            <a:noFill/>
          </p:spPr>
          <p:txBody>
            <a:bodyPr wrap="square" rtlCol="0">
              <a:spAutoFit/>
            </a:bodyPr>
            <a:lstStyle/>
            <a:p>
              <a:r>
                <a:rPr lang="en-US" altLang="zh-CN" sz="1600" dirty="0"/>
                <a:t>-2.13</a:t>
              </a:r>
              <a:endParaRPr lang="zh-CN" altLang="en-US" sz="1600" dirty="0"/>
            </a:p>
          </p:txBody>
        </p:sp>
      </p:grpSp>
      <p:grpSp>
        <p:nvGrpSpPr>
          <p:cNvPr id="132" name="组合 131">
            <a:extLst>
              <a:ext uri="{FF2B5EF4-FFF2-40B4-BE49-F238E27FC236}">
                <a16:creationId xmlns:a16="http://schemas.microsoft.com/office/drawing/2014/main" id="{4FC5C949-1398-4C40-1108-B4E6DB1D8870}"/>
              </a:ext>
            </a:extLst>
          </p:cNvPr>
          <p:cNvGrpSpPr/>
          <p:nvPr/>
        </p:nvGrpSpPr>
        <p:grpSpPr>
          <a:xfrm>
            <a:off x="7922762" y="5461535"/>
            <a:ext cx="665966" cy="338554"/>
            <a:chOff x="7922762" y="5461535"/>
            <a:chExt cx="665966" cy="338554"/>
          </a:xfrm>
        </p:grpSpPr>
        <p:sp>
          <p:nvSpPr>
            <p:cNvPr id="85" name="矩形 84">
              <a:extLst>
                <a:ext uri="{FF2B5EF4-FFF2-40B4-BE49-F238E27FC236}">
                  <a16:creationId xmlns:a16="http://schemas.microsoft.com/office/drawing/2014/main" id="{5AE68A7B-20E8-B47A-AF0A-40BEAF311664}"/>
                </a:ext>
              </a:extLst>
            </p:cNvPr>
            <p:cNvSpPr/>
            <p:nvPr/>
          </p:nvSpPr>
          <p:spPr>
            <a:xfrm>
              <a:off x="7962403" y="5532809"/>
              <a:ext cx="528619"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文本框 85">
              <a:extLst>
                <a:ext uri="{FF2B5EF4-FFF2-40B4-BE49-F238E27FC236}">
                  <a16:creationId xmlns:a16="http://schemas.microsoft.com/office/drawing/2014/main" id="{F16C5C03-E882-5BD4-55AA-1C1A6B6BC46C}"/>
                </a:ext>
              </a:extLst>
            </p:cNvPr>
            <p:cNvSpPr txBox="1"/>
            <p:nvPr/>
          </p:nvSpPr>
          <p:spPr>
            <a:xfrm>
              <a:off x="7922762" y="5461535"/>
              <a:ext cx="665966" cy="338554"/>
            </a:xfrm>
            <a:prstGeom prst="rect">
              <a:avLst/>
            </a:prstGeom>
            <a:noFill/>
          </p:spPr>
          <p:txBody>
            <a:bodyPr wrap="square" rtlCol="0">
              <a:spAutoFit/>
            </a:bodyPr>
            <a:lstStyle/>
            <a:p>
              <a:r>
                <a:rPr lang="en-US" altLang="zh-CN" sz="1600" dirty="0"/>
                <a:t>-2.00</a:t>
              </a:r>
              <a:endParaRPr lang="zh-CN" altLang="en-US" sz="1600" dirty="0"/>
            </a:p>
          </p:txBody>
        </p:sp>
      </p:grpSp>
      <p:grpSp>
        <p:nvGrpSpPr>
          <p:cNvPr id="131" name="组合 130">
            <a:extLst>
              <a:ext uri="{FF2B5EF4-FFF2-40B4-BE49-F238E27FC236}">
                <a16:creationId xmlns:a16="http://schemas.microsoft.com/office/drawing/2014/main" id="{52650F8D-8473-2FA0-B97A-E40554F624BB}"/>
              </a:ext>
            </a:extLst>
          </p:cNvPr>
          <p:cNvGrpSpPr/>
          <p:nvPr/>
        </p:nvGrpSpPr>
        <p:grpSpPr>
          <a:xfrm>
            <a:off x="8567569" y="5455152"/>
            <a:ext cx="665966" cy="338554"/>
            <a:chOff x="8567569" y="5455152"/>
            <a:chExt cx="665966" cy="338554"/>
          </a:xfrm>
        </p:grpSpPr>
        <p:sp>
          <p:nvSpPr>
            <p:cNvPr id="88" name="矩形 87">
              <a:extLst>
                <a:ext uri="{FF2B5EF4-FFF2-40B4-BE49-F238E27FC236}">
                  <a16:creationId xmlns:a16="http://schemas.microsoft.com/office/drawing/2014/main" id="{9B8DC018-DCEF-65A9-0051-4B588B22A082}"/>
                </a:ext>
              </a:extLst>
            </p:cNvPr>
            <p:cNvSpPr/>
            <p:nvPr/>
          </p:nvSpPr>
          <p:spPr>
            <a:xfrm>
              <a:off x="8607679" y="5536639"/>
              <a:ext cx="528619" cy="1412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文本框 88">
              <a:extLst>
                <a:ext uri="{FF2B5EF4-FFF2-40B4-BE49-F238E27FC236}">
                  <a16:creationId xmlns:a16="http://schemas.microsoft.com/office/drawing/2014/main" id="{85716B84-E376-176F-8C67-E553335B3D49}"/>
                </a:ext>
              </a:extLst>
            </p:cNvPr>
            <p:cNvSpPr txBox="1"/>
            <p:nvPr/>
          </p:nvSpPr>
          <p:spPr>
            <a:xfrm>
              <a:off x="8567569" y="5455152"/>
              <a:ext cx="665966" cy="338554"/>
            </a:xfrm>
            <a:prstGeom prst="rect">
              <a:avLst/>
            </a:prstGeom>
            <a:noFill/>
          </p:spPr>
          <p:txBody>
            <a:bodyPr wrap="square" rtlCol="0">
              <a:spAutoFit/>
            </a:bodyPr>
            <a:lstStyle/>
            <a:p>
              <a:r>
                <a:rPr lang="en-US" altLang="zh-CN" sz="1600" dirty="0"/>
                <a:t>-1.86</a:t>
              </a:r>
              <a:endParaRPr lang="zh-CN" altLang="en-US" sz="1600" dirty="0"/>
            </a:p>
          </p:txBody>
        </p:sp>
      </p:grpSp>
      <p:grpSp>
        <p:nvGrpSpPr>
          <p:cNvPr id="130" name="组合 129">
            <a:extLst>
              <a:ext uri="{FF2B5EF4-FFF2-40B4-BE49-F238E27FC236}">
                <a16:creationId xmlns:a16="http://schemas.microsoft.com/office/drawing/2014/main" id="{C341D8F9-5559-D14C-70AD-3813C49AEEDF}"/>
              </a:ext>
            </a:extLst>
          </p:cNvPr>
          <p:cNvGrpSpPr/>
          <p:nvPr/>
        </p:nvGrpSpPr>
        <p:grpSpPr>
          <a:xfrm>
            <a:off x="9218683" y="5445872"/>
            <a:ext cx="665966" cy="338554"/>
            <a:chOff x="9218683" y="5445872"/>
            <a:chExt cx="665966" cy="338554"/>
          </a:xfrm>
        </p:grpSpPr>
        <p:sp>
          <p:nvSpPr>
            <p:cNvPr id="91" name="矩形 90">
              <a:extLst>
                <a:ext uri="{FF2B5EF4-FFF2-40B4-BE49-F238E27FC236}">
                  <a16:creationId xmlns:a16="http://schemas.microsoft.com/office/drawing/2014/main" id="{34FB9FD9-D50D-60FE-3CDB-7D0ACABD2B3A}"/>
                </a:ext>
              </a:extLst>
            </p:cNvPr>
            <p:cNvSpPr/>
            <p:nvPr/>
          </p:nvSpPr>
          <p:spPr>
            <a:xfrm>
              <a:off x="9258324" y="5517146"/>
              <a:ext cx="528619"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文本框 91">
              <a:extLst>
                <a:ext uri="{FF2B5EF4-FFF2-40B4-BE49-F238E27FC236}">
                  <a16:creationId xmlns:a16="http://schemas.microsoft.com/office/drawing/2014/main" id="{E5D17A03-6B28-5943-10E9-BCD6455D922A}"/>
                </a:ext>
              </a:extLst>
            </p:cNvPr>
            <p:cNvSpPr txBox="1"/>
            <p:nvPr/>
          </p:nvSpPr>
          <p:spPr>
            <a:xfrm>
              <a:off x="9218683" y="5445872"/>
              <a:ext cx="665966" cy="338554"/>
            </a:xfrm>
            <a:prstGeom prst="rect">
              <a:avLst/>
            </a:prstGeom>
            <a:noFill/>
          </p:spPr>
          <p:txBody>
            <a:bodyPr wrap="square" rtlCol="0">
              <a:spAutoFit/>
            </a:bodyPr>
            <a:lstStyle/>
            <a:p>
              <a:r>
                <a:rPr lang="en-US" altLang="zh-CN" sz="1600" dirty="0"/>
                <a:t>-1.73</a:t>
              </a:r>
              <a:endParaRPr lang="zh-CN" altLang="en-US" sz="1600" dirty="0"/>
            </a:p>
          </p:txBody>
        </p:sp>
      </p:grpSp>
      <p:grpSp>
        <p:nvGrpSpPr>
          <p:cNvPr id="129" name="组合 128">
            <a:extLst>
              <a:ext uri="{FF2B5EF4-FFF2-40B4-BE49-F238E27FC236}">
                <a16:creationId xmlns:a16="http://schemas.microsoft.com/office/drawing/2014/main" id="{5B635858-CA01-C72A-6204-A878FCBD33FB}"/>
              </a:ext>
            </a:extLst>
          </p:cNvPr>
          <p:cNvGrpSpPr/>
          <p:nvPr/>
        </p:nvGrpSpPr>
        <p:grpSpPr>
          <a:xfrm>
            <a:off x="9862158" y="5456391"/>
            <a:ext cx="665966" cy="338554"/>
            <a:chOff x="9862158" y="5456391"/>
            <a:chExt cx="665966" cy="338554"/>
          </a:xfrm>
        </p:grpSpPr>
        <p:sp>
          <p:nvSpPr>
            <p:cNvPr id="94" name="矩形 93">
              <a:extLst>
                <a:ext uri="{FF2B5EF4-FFF2-40B4-BE49-F238E27FC236}">
                  <a16:creationId xmlns:a16="http://schemas.microsoft.com/office/drawing/2014/main" id="{8BBB4381-5A88-4ABB-47AE-DDDCE49C388C}"/>
                </a:ext>
              </a:extLst>
            </p:cNvPr>
            <p:cNvSpPr/>
            <p:nvPr/>
          </p:nvSpPr>
          <p:spPr>
            <a:xfrm>
              <a:off x="9901799" y="5527665"/>
              <a:ext cx="528619"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文本框 94">
              <a:extLst>
                <a:ext uri="{FF2B5EF4-FFF2-40B4-BE49-F238E27FC236}">
                  <a16:creationId xmlns:a16="http://schemas.microsoft.com/office/drawing/2014/main" id="{F43C19B5-CA8F-9123-B01C-EDD312A9F5A3}"/>
                </a:ext>
              </a:extLst>
            </p:cNvPr>
            <p:cNvSpPr txBox="1"/>
            <p:nvPr/>
          </p:nvSpPr>
          <p:spPr>
            <a:xfrm>
              <a:off x="9862158" y="5456391"/>
              <a:ext cx="665966" cy="338554"/>
            </a:xfrm>
            <a:prstGeom prst="rect">
              <a:avLst/>
            </a:prstGeom>
            <a:noFill/>
          </p:spPr>
          <p:txBody>
            <a:bodyPr wrap="square" rtlCol="0">
              <a:spAutoFit/>
            </a:bodyPr>
            <a:lstStyle/>
            <a:p>
              <a:r>
                <a:rPr lang="en-US" altLang="zh-CN" sz="1600" dirty="0"/>
                <a:t>-1.60</a:t>
              </a:r>
              <a:endParaRPr lang="zh-CN" altLang="en-US" sz="1600" dirty="0"/>
            </a:p>
          </p:txBody>
        </p:sp>
      </p:grpSp>
      <p:grpSp>
        <p:nvGrpSpPr>
          <p:cNvPr id="128" name="组合 127">
            <a:extLst>
              <a:ext uri="{FF2B5EF4-FFF2-40B4-BE49-F238E27FC236}">
                <a16:creationId xmlns:a16="http://schemas.microsoft.com/office/drawing/2014/main" id="{0839355C-5A39-7647-4DD9-839C9164BF32}"/>
              </a:ext>
            </a:extLst>
          </p:cNvPr>
          <p:cNvGrpSpPr/>
          <p:nvPr/>
        </p:nvGrpSpPr>
        <p:grpSpPr>
          <a:xfrm>
            <a:off x="10498675" y="5455152"/>
            <a:ext cx="665966" cy="338554"/>
            <a:chOff x="10498675" y="5455152"/>
            <a:chExt cx="665966" cy="338554"/>
          </a:xfrm>
        </p:grpSpPr>
        <p:sp>
          <p:nvSpPr>
            <p:cNvPr id="97" name="矩形 96">
              <a:extLst>
                <a:ext uri="{FF2B5EF4-FFF2-40B4-BE49-F238E27FC236}">
                  <a16:creationId xmlns:a16="http://schemas.microsoft.com/office/drawing/2014/main" id="{3061691D-17E1-BDF0-AD00-7AFF51EA90D3}"/>
                </a:ext>
              </a:extLst>
            </p:cNvPr>
            <p:cNvSpPr/>
            <p:nvPr/>
          </p:nvSpPr>
          <p:spPr>
            <a:xfrm>
              <a:off x="10538316" y="5526426"/>
              <a:ext cx="528619"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文本框 97">
              <a:extLst>
                <a:ext uri="{FF2B5EF4-FFF2-40B4-BE49-F238E27FC236}">
                  <a16:creationId xmlns:a16="http://schemas.microsoft.com/office/drawing/2014/main" id="{0BE3966F-F7D0-E8D7-5E4B-D55973EE6F09}"/>
                </a:ext>
              </a:extLst>
            </p:cNvPr>
            <p:cNvSpPr txBox="1"/>
            <p:nvPr/>
          </p:nvSpPr>
          <p:spPr>
            <a:xfrm>
              <a:off x="10498675" y="5455152"/>
              <a:ext cx="665966" cy="338554"/>
            </a:xfrm>
            <a:prstGeom prst="rect">
              <a:avLst/>
            </a:prstGeom>
            <a:noFill/>
          </p:spPr>
          <p:txBody>
            <a:bodyPr wrap="square" rtlCol="0">
              <a:spAutoFit/>
            </a:bodyPr>
            <a:lstStyle/>
            <a:p>
              <a:r>
                <a:rPr lang="en-US" altLang="zh-CN" sz="1600" dirty="0"/>
                <a:t>-1.60</a:t>
              </a:r>
              <a:endParaRPr lang="zh-CN" altLang="en-US" sz="1600" dirty="0"/>
            </a:p>
          </p:txBody>
        </p:sp>
      </p:grpSp>
      <p:sp>
        <p:nvSpPr>
          <p:cNvPr id="99" name="矩形 98">
            <a:extLst>
              <a:ext uri="{FF2B5EF4-FFF2-40B4-BE49-F238E27FC236}">
                <a16:creationId xmlns:a16="http://schemas.microsoft.com/office/drawing/2014/main" id="{3CDE5488-DE1F-0165-00B8-D2D83C9DA8F3}"/>
              </a:ext>
            </a:extLst>
          </p:cNvPr>
          <p:cNvSpPr/>
          <p:nvPr/>
        </p:nvSpPr>
        <p:spPr>
          <a:xfrm>
            <a:off x="6810483" y="3398745"/>
            <a:ext cx="458275" cy="3385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7" name="组合 126">
            <a:extLst>
              <a:ext uri="{FF2B5EF4-FFF2-40B4-BE49-F238E27FC236}">
                <a16:creationId xmlns:a16="http://schemas.microsoft.com/office/drawing/2014/main" id="{717A7F59-2651-9A03-F00D-A681F30118A6}"/>
              </a:ext>
            </a:extLst>
          </p:cNvPr>
          <p:cNvGrpSpPr/>
          <p:nvPr/>
        </p:nvGrpSpPr>
        <p:grpSpPr>
          <a:xfrm>
            <a:off x="6745458" y="3398745"/>
            <a:ext cx="665966" cy="351771"/>
            <a:chOff x="6745458" y="3398745"/>
            <a:chExt cx="665966" cy="351771"/>
          </a:xfrm>
        </p:grpSpPr>
        <p:sp>
          <p:nvSpPr>
            <p:cNvPr id="101" name="矩形 100">
              <a:extLst>
                <a:ext uri="{FF2B5EF4-FFF2-40B4-BE49-F238E27FC236}">
                  <a16:creationId xmlns:a16="http://schemas.microsoft.com/office/drawing/2014/main" id="{109ACD34-5C94-B902-3AB9-362C19E2AD28}"/>
                </a:ext>
              </a:extLst>
            </p:cNvPr>
            <p:cNvSpPr/>
            <p:nvPr/>
          </p:nvSpPr>
          <p:spPr>
            <a:xfrm>
              <a:off x="6818575" y="3398745"/>
              <a:ext cx="458275" cy="3385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文本框 101">
              <a:extLst>
                <a:ext uri="{FF2B5EF4-FFF2-40B4-BE49-F238E27FC236}">
                  <a16:creationId xmlns:a16="http://schemas.microsoft.com/office/drawing/2014/main" id="{392B4B3D-98A9-7D1D-5DA6-EDE00755693B}"/>
                </a:ext>
              </a:extLst>
            </p:cNvPr>
            <p:cNvSpPr txBox="1"/>
            <p:nvPr/>
          </p:nvSpPr>
          <p:spPr>
            <a:xfrm>
              <a:off x="6745458" y="3411962"/>
              <a:ext cx="665966" cy="338554"/>
            </a:xfrm>
            <a:prstGeom prst="rect">
              <a:avLst/>
            </a:prstGeom>
            <a:noFill/>
          </p:spPr>
          <p:txBody>
            <a:bodyPr wrap="square" rtlCol="0">
              <a:spAutoFit/>
            </a:bodyPr>
            <a:lstStyle/>
            <a:p>
              <a:r>
                <a:rPr lang="en-US" altLang="zh-CN" sz="1600" dirty="0"/>
                <a:t>-1.60</a:t>
              </a:r>
              <a:endParaRPr lang="zh-CN" altLang="en-US" sz="1600" dirty="0"/>
            </a:p>
          </p:txBody>
        </p:sp>
      </p:grpSp>
      <p:grpSp>
        <p:nvGrpSpPr>
          <p:cNvPr id="126" name="组合 125">
            <a:extLst>
              <a:ext uri="{FF2B5EF4-FFF2-40B4-BE49-F238E27FC236}">
                <a16:creationId xmlns:a16="http://schemas.microsoft.com/office/drawing/2014/main" id="{BA928AFE-D657-481E-94E0-3B166AC4AA22}"/>
              </a:ext>
            </a:extLst>
          </p:cNvPr>
          <p:cNvGrpSpPr/>
          <p:nvPr/>
        </p:nvGrpSpPr>
        <p:grpSpPr>
          <a:xfrm>
            <a:off x="6742469" y="3823311"/>
            <a:ext cx="665966" cy="371986"/>
            <a:chOff x="6742469" y="3823311"/>
            <a:chExt cx="665966" cy="371986"/>
          </a:xfrm>
        </p:grpSpPr>
        <p:sp>
          <p:nvSpPr>
            <p:cNvPr id="104" name="矩形 103">
              <a:extLst>
                <a:ext uri="{FF2B5EF4-FFF2-40B4-BE49-F238E27FC236}">
                  <a16:creationId xmlns:a16="http://schemas.microsoft.com/office/drawing/2014/main" id="{A0B9E1D0-6FDB-723C-0262-2C7FEA7721FD}"/>
                </a:ext>
              </a:extLst>
            </p:cNvPr>
            <p:cNvSpPr/>
            <p:nvPr/>
          </p:nvSpPr>
          <p:spPr>
            <a:xfrm>
              <a:off x="6826667" y="3823311"/>
              <a:ext cx="442091" cy="3385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文本框 104">
              <a:extLst>
                <a:ext uri="{FF2B5EF4-FFF2-40B4-BE49-F238E27FC236}">
                  <a16:creationId xmlns:a16="http://schemas.microsoft.com/office/drawing/2014/main" id="{A6E032F3-6020-87CF-DBB1-31FE36D04E49}"/>
                </a:ext>
              </a:extLst>
            </p:cNvPr>
            <p:cNvSpPr txBox="1"/>
            <p:nvPr/>
          </p:nvSpPr>
          <p:spPr>
            <a:xfrm>
              <a:off x="6742469" y="3856743"/>
              <a:ext cx="665966" cy="338554"/>
            </a:xfrm>
            <a:prstGeom prst="rect">
              <a:avLst/>
            </a:prstGeom>
            <a:noFill/>
          </p:spPr>
          <p:txBody>
            <a:bodyPr wrap="square" rtlCol="0">
              <a:spAutoFit/>
            </a:bodyPr>
            <a:lstStyle/>
            <a:p>
              <a:r>
                <a:rPr lang="en-US" altLang="zh-CN" sz="1600" dirty="0"/>
                <a:t>-1.73</a:t>
              </a:r>
              <a:endParaRPr lang="zh-CN" altLang="en-US" sz="1600" dirty="0"/>
            </a:p>
          </p:txBody>
        </p:sp>
      </p:grpSp>
      <p:grpSp>
        <p:nvGrpSpPr>
          <p:cNvPr id="125" name="组合 124">
            <a:extLst>
              <a:ext uri="{FF2B5EF4-FFF2-40B4-BE49-F238E27FC236}">
                <a16:creationId xmlns:a16="http://schemas.microsoft.com/office/drawing/2014/main" id="{5C50159F-2399-8498-05CD-559A24B83CA0}"/>
              </a:ext>
            </a:extLst>
          </p:cNvPr>
          <p:cNvGrpSpPr/>
          <p:nvPr/>
        </p:nvGrpSpPr>
        <p:grpSpPr>
          <a:xfrm>
            <a:off x="6742449" y="4241750"/>
            <a:ext cx="665966" cy="371986"/>
            <a:chOff x="6742449" y="4241750"/>
            <a:chExt cx="665966" cy="371986"/>
          </a:xfrm>
        </p:grpSpPr>
        <p:sp>
          <p:nvSpPr>
            <p:cNvPr id="107" name="矩形 106">
              <a:extLst>
                <a:ext uri="{FF2B5EF4-FFF2-40B4-BE49-F238E27FC236}">
                  <a16:creationId xmlns:a16="http://schemas.microsoft.com/office/drawing/2014/main" id="{88AE77C2-2FBF-FC03-CA84-677500D7A886}"/>
                </a:ext>
              </a:extLst>
            </p:cNvPr>
            <p:cNvSpPr/>
            <p:nvPr/>
          </p:nvSpPr>
          <p:spPr>
            <a:xfrm>
              <a:off x="6826647" y="4241750"/>
              <a:ext cx="442091" cy="3385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文本框 107">
              <a:extLst>
                <a:ext uri="{FF2B5EF4-FFF2-40B4-BE49-F238E27FC236}">
                  <a16:creationId xmlns:a16="http://schemas.microsoft.com/office/drawing/2014/main" id="{3EAAF858-DC86-7885-F8E7-4C0D2E336252}"/>
                </a:ext>
              </a:extLst>
            </p:cNvPr>
            <p:cNvSpPr txBox="1"/>
            <p:nvPr/>
          </p:nvSpPr>
          <p:spPr>
            <a:xfrm>
              <a:off x="6742449" y="4275182"/>
              <a:ext cx="665966" cy="338554"/>
            </a:xfrm>
            <a:prstGeom prst="rect">
              <a:avLst/>
            </a:prstGeom>
            <a:noFill/>
          </p:spPr>
          <p:txBody>
            <a:bodyPr wrap="square" rtlCol="0">
              <a:spAutoFit/>
            </a:bodyPr>
            <a:lstStyle/>
            <a:p>
              <a:r>
                <a:rPr lang="en-US" altLang="zh-CN" sz="1600" dirty="0"/>
                <a:t>-1.86</a:t>
              </a:r>
              <a:endParaRPr lang="zh-CN" altLang="en-US" sz="1600" dirty="0"/>
            </a:p>
          </p:txBody>
        </p:sp>
      </p:grpSp>
      <p:grpSp>
        <p:nvGrpSpPr>
          <p:cNvPr id="124" name="组合 123">
            <a:extLst>
              <a:ext uri="{FF2B5EF4-FFF2-40B4-BE49-F238E27FC236}">
                <a16:creationId xmlns:a16="http://schemas.microsoft.com/office/drawing/2014/main" id="{F7F1C5BA-8393-7F3D-BC59-CA86BF6CD561}"/>
              </a:ext>
            </a:extLst>
          </p:cNvPr>
          <p:cNvGrpSpPr/>
          <p:nvPr/>
        </p:nvGrpSpPr>
        <p:grpSpPr>
          <a:xfrm>
            <a:off x="6742449" y="4667605"/>
            <a:ext cx="665966" cy="371986"/>
            <a:chOff x="6742449" y="4667605"/>
            <a:chExt cx="665966" cy="371986"/>
          </a:xfrm>
        </p:grpSpPr>
        <p:sp>
          <p:nvSpPr>
            <p:cNvPr id="110" name="矩形 109">
              <a:extLst>
                <a:ext uri="{FF2B5EF4-FFF2-40B4-BE49-F238E27FC236}">
                  <a16:creationId xmlns:a16="http://schemas.microsoft.com/office/drawing/2014/main" id="{8FEA0D7C-3A36-CBB5-C2A9-E6E72DB702A0}"/>
                </a:ext>
              </a:extLst>
            </p:cNvPr>
            <p:cNvSpPr/>
            <p:nvPr/>
          </p:nvSpPr>
          <p:spPr>
            <a:xfrm>
              <a:off x="6826647" y="4667605"/>
              <a:ext cx="442091" cy="3385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文本框 110">
              <a:extLst>
                <a:ext uri="{FF2B5EF4-FFF2-40B4-BE49-F238E27FC236}">
                  <a16:creationId xmlns:a16="http://schemas.microsoft.com/office/drawing/2014/main" id="{9BCEF218-6342-6377-6EB7-BC0B3DACFCA3}"/>
                </a:ext>
              </a:extLst>
            </p:cNvPr>
            <p:cNvSpPr txBox="1"/>
            <p:nvPr/>
          </p:nvSpPr>
          <p:spPr>
            <a:xfrm>
              <a:off x="6742449" y="4701037"/>
              <a:ext cx="665966" cy="338554"/>
            </a:xfrm>
            <a:prstGeom prst="rect">
              <a:avLst/>
            </a:prstGeom>
            <a:noFill/>
          </p:spPr>
          <p:txBody>
            <a:bodyPr wrap="square" rtlCol="0">
              <a:spAutoFit/>
            </a:bodyPr>
            <a:lstStyle/>
            <a:p>
              <a:r>
                <a:rPr lang="en-US" altLang="zh-CN" sz="1600" dirty="0"/>
                <a:t>-2.00</a:t>
              </a:r>
              <a:endParaRPr lang="zh-CN" altLang="en-US" sz="1600" dirty="0"/>
            </a:p>
          </p:txBody>
        </p:sp>
      </p:grpSp>
      <p:grpSp>
        <p:nvGrpSpPr>
          <p:cNvPr id="123" name="组合 122">
            <a:extLst>
              <a:ext uri="{FF2B5EF4-FFF2-40B4-BE49-F238E27FC236}">
                <a16:creationId xmlns:a16="http://schemas.microsoft.com/office/drawing/2014/main" id="{925790B6-0B46-060E-2843-A4A8D20B8CFD}"/>
              </a:ext>
            </a:extLst>
          </p:cNvPr>
          <p:cNvGrpSpPr/>
          <p:nvPr/>
        </p:nvGrpSpPr>
        <p:grpSpPr>
          <a:xfrm>
            <a:off x="6742449" y="5117736"/>
            <a:ext cx="665966" cy="371986"/>
            <a:chOff x="6742449" y="5117736"/>
            <a:chExt cx="665966" cy="371986"/>
          </a:xfrm>
        </p:grpSpPr>
        <p:sp>
          <p:nvSpPr>
            <p:cNvPr id="113" name="矩形 112">
              <a:extLst>
                <a:ext uri="{FF2B5EF4-FFF2-40B4-BE49-F238E27FC236}">
                  <a16:creationId xmlns:a16="http://schemas.microsoft.com/office/drawing/2014/main" id="{192EBD64-66E1-1DAA-B7C3-69997AA1148F}"/>
                </a:ext>
              </a:extLst>
            </p:cNvPr>
            <p:cNvSpPr/>
            <p:nvPr/>
          </p:nvSpPr>
          <p:spPr>
            <a:xfrm>
              <a:off x="6826647" y="5117736"/>
              <a:ext cx="442091" cy="3385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文本框 113">
              <a:extLst>
                <a:ext uri="{FF2B5EF4-FFF2-40B4-BE49-F238E27FC236}">
                  <a16:creationId xmlns:a16="http://schemas.microsoft.com/office/drawing/2014/main" id="{52661054-9632-8309-8D36-78451C28B07E}"/>
                </a:ext>
              </a:extLst>
            </p:cNvPr>
            <p:cNvSpPr txBox="1"/>
            <p:nvPr/>
          </p:nvSpPr>
          <p:spPr>
            <a:xfrm>
              <a:off x="6742449" y="5151168"/>
              <a:ext cx="665966" cy="338554"/>
            </a:xfrm>
            <a:prstGeom prst="rect">
              <a:avLst/>
            </a:prstGeom>
            <a:noFill/>
          </p:spPr>
          <p:txBody>
            <a:bodyPr wrap="square" rtlCol="0">
              <a:spAutoFit/>
            </a:bodyPr>
            <a:lstStyle/>
            <a:p>
              <a:r>
                <a:rPr lang="en-US" altLang="zh-CN" sz="1600" dirty="0"/>
                <a:t>-2.13</a:t>
              </a:r>
              <a:endParaRPr lang="zh-CN" altLang="en-US" sz="1600" dirty="0"/>
            </a:p>
          </p:txBody>
        </p:sp>
      </p:grpSp>
      <p:grpSp>
        <p:nvGrpSpPr>
          <p:cNvPr id="122" name="组合 121">
            <a:extLst>
              <a:ext uri="{FF2B5EF4-FFF2-40B4-BE49-F238E27FC236}">
                <a16:creationId xmlns:a16="http://schemas.microsoft.com/office/drawing/2014/main" id="{9D544F1E-2D97-8279-728B-74AA0E366D44}"/>
              </a:ext>
            </a:extLst>
          </p:cNvPr>
          <p:cNvGrpSpPr/>
          <p:nvPr/>
        </p:nvGrpSpPr>
        <p:grpSpPr>
          <a:xfrm>
            <a:off x="10483781" y="5447060"/>
            <a:ext cx="665966" cy="338554"/>
            <a:chOff x="10483781" y="5447060"/>
            <a:chExt cx="665966" cy="338554"/>
          </a:xfrm>
        </p:grpSpPr>
        <p:sp>
          <p:nvSpPr>
            <p:cNvPr id="116" name="矩形 115">
              <a:extLst>
                <a:ext uri="{FF2B5EF4-FFF2-40B4-BE49-F238E27FC236}">
                  <a16:creationId xmlns:a16="http://schemas.microsoft.com/office/drawing/2014/main" id="{25940BC2-6E91-1286-A391-49608EA7F1B7}"/>
                </a:ext>
              </a:extLst>
            </p:cNvPr>
            <p:cNvSpPr/>
            <p:nvPr/>
          </p:nvSpPr>
          <p:spPr>
            <a:xfrm>
              <a:off x="10523422" y="5518334"/>
              <a:ext cx="528619"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文本框 116">
              <a:extLst>
                <a:ext uri="{FF2B5EF4-FFF2-40B4-BE49-F238E27FC236}">
                  <a16:creationId xmlns:a16="http://schemas.microsoft.com/office/drawing/2014/main" id="{F9FCABBD-CCCF-35AF-D7BF-D89DB1724C52}"/>
                </a:ext>
              </a:extLst>
            </p:cNvPr>
            <p:cNvSpPr txBox="1"/>
            <p:nvPr/>
          </p:nvSpPr>
          <p:spPr>
            <a:xfrm>
              <a:off x="10483781" y="5447060"/>
              <a:ext cx="665966" cy="338554"/>
            </a:xfrm>
            <a:prstGeom prst="rect">
              <a:avLst/>
            </a:prstGeom>
            <a:noFill/>
          </p:spPr>
          <p:txBody>
            <a:bodyPr wrap="square" rtlCol="0">
              <a:spAutoFit/>
            </a:bodyPr>
            <a:lstStyle/>
            <a:p>
              <a:r>
                <a:rPr lang="en-US" altLang="zh-CN" sz="1600" dirty="0"/>
                <a:t>-1.47</a:t>
              </a:r>
              <a:endParaRPr lang="zh-CN" altLang="en-US" sz="1600" dirty="0"/>
            </a:p>
          </p:txBody>
        </p:sp>
      </p:grpSp>
      <p:grpSp>
        <p:nvGrpSpPr>
          <p:cNvPr id="121" name="组合 120">
            <a:extLst>
              <a:ext uri="{FF2B5EF4-FFF2-40B4-BE49-F238E27FC236}">
                <a16:creationId xmlns:a16="http://schemas.microsoft.com/office/drawing/2014/main" id="{CD033F0D-019C-3E3F-DF00-16A23E602CA9}"/>
              </a:ext>
            </a:extLst>
          </p:cNvPr>
          <p:cNvGrpSpPr/>
          <p:nvPr/>
        </p:nvGrpSpPr>
        <p:grpSpPr>
          <a:xfrm>
            <a:off x="6738645" y="2959761"/>
            <a:ext cx="665966" cy="351771"/>
            <a:chOff x="6738645" y="2959761"/>
            <a:chExt cx="665966" cy="351771"/>
          </a:xfrm>
        </p:grpSpPr>
        <p:sp>
          <p:nvSpPr>
            <p:cNvPr id="119" name="矩形 118">
              <a:extLst>
                <a:ext uri="{FF2B5EF4-FFF2-40B4-BE49-F238E27FC236}">
                  <a16:creationId xmlns:a16="http://schemas.microsoft.com/office/drawing/2014/main" id="{FF6C6514-84FC-E4B9-7220-92E1452A6B2A}"/>
                </a:ext>
              </a:extLst>
            </p:cNvPr>
            <p:cNvSpPr/>
            <p:nvPr/>
          </p:nvSpPr>
          <p:spPr>
            <a:xfrm>
              <a:off x="6811762" y="2959761"/>
              <a:ext cx="458275" cy="3385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文本框 119">
              <a:extLst>
                <a:ext uri="{FF2B5EF4-FFF2-40B4-BE49-F238E27FC236}">
                  <a16:creationId xmlns:a16="http://schemas.microsoft.com/office/drawing/2014/main" id="{44DFABAD-953D-6962-22D4-0E78533B46B8}"/>
                </a:ext>
              </a:extLst>
            </p:cNvPr>
            <p:cNvSpPr txBox="1"/>
            <p:nvPr/>
          </p:nvSpPr>
          <p:spPr>
            <a:xfrm>
              <a:off x="6738645" y="2972978"/>
              <a:ext cx="665966" cy="338554"/>
            </a:xfrm>
            <a:prstGeom prst="rect">
              <a:avLst/>
            </a:prstGeom>
            <a:noFill/>
          </p:spPr>
          <p:txBody>
            <a:bodyPr wrap="square" rtlCol="0">
              <a:spAutoFit/>
            </a:bodyPr>
            <a:lstStyle/>
            <a:p>
              <a:r>
                <a:rPr lang="en-US" altLang="zh-CN" sz="1600" dirty="0"/>
                <a:t>-1.47</a:t>
              </a:r>
              <a:endParaRPr lang="zh-CN" altLang="en-US" sz="1600" dirty="0"/>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070CE-10EC-DC6E-0325-31287893D3A9}"/>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6ACCAF25-B34B-D9EB-E499-D81E63BC461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984682" y="1774081"/>
            <a:ext cx="3656570" cy="2844000"/>
          </a:xfrm>
          <a:prstGeom prst="rect">
            <a:avLst/>
          </a:prstGeom>
        </p:spPr>
      </p:pic>
      <p:pic>
        <p:nvPicPr>
          <p:cNvPr id="6" name="图片 5">
            <a:extLst>
              <a:ext uri="{FF2B5EF4-FFF2-40B4-BE49-F238E27FC236}">
                <a16:creationId xmlns:a16="http://schemas.microsoft.com/office/drawing/2014/main" id="{E29E932A-2B2D-C5F5-F992-142C61D4C64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8489144" y="1754771"/>
            <a:ext cx="3702856" cy="2880000"/>
          </a:xfrm>
          <a:prstGeom prst="rect">
            <a:avLst/>
          </a:prstGeom>
        </p:spPr>
      </p:pic>
      <p:sp>
        <p:nvSpPr>
          <p:cNvPr id="2" name="灯片编号占位符 1">
            <a:extLst>
              <a:ext uri="{FF2B5EF4-FFF2-40B4-BE49-F238E27FC236}">
                <a16:creationId xmlns:a16="http://schemas.microsoft.com/office/drawing/2014/main" id="{70B1814D-DB4F-E0CE-884A-4511EF654782}"/>
              </a:ext>
            </a:extLst>
          </p:cNvPr>
          <p:cNvSpPr>
            <a:spLocks noGrp="1"/>
          </p:cNvSpPr>
          <p:nvPr>
            <p:ph type="sldNum" sz="quarter" idx="12"/>
          </p:nvPr>
        </p:nvSpPr>
        <p:spPr/>
        <p:txBody>
          <a:bodyPr/>
          <a:lstStyle/>
          <a:p>
            <a:fld id="{5A846D4C-743D-4A62-AF1E-2CABDD37274B}" type="slidenum">
              <a:rPr lang="en-US" smtClean="0"/>
              <a:t>8</a:t>
            </a:fld>
            <a:endParaRPr lang="en-US"/>
          </a:p>
        </p:txBody>
      </p:sp>
      <p:sp>
        <p:nvSpPr>
          <p:cNvPr id="3" name="文本框 2">
            <a:extLst>
              <a:ext uri="{FF2B5EF4-FFF2-40B4-BE49-F238E27FC236}">
                <a16:creationId xmlns:a16="http://schemas.microsoft.com/office/drawing/2014/main" id="{A24DE346-7DF6-F352-803F-ECBEEA9339EA}"/>
              </a:ext>
            </a:extLst>
          </p:cNvPr>
          <p:cNvSpPr txBox="1"/>
          <p:nvPr/>
        </p:nvSpPr>
        <p:spPr>
          <a:xfrm>
            <a:off x="273652" y="304514"/>
            <a:ext cx="9716168" cy="574869"/>
          </a:xfrm>
          <a:prstGeom prst="rect">
            <a:avLst/>
          </a:prstGeom>
        </p:spPr>
        <p:txBody>
          <a:bodyPr vert="horz" lIns="91440" tIns="45720" rIns="91440" bIns="45720" rtlCol="0" anchor="ctr">
            <a:noAutofit/>
          </a:bodyPr>
          <a:lstStyle/>
          <a:p>
            <a:pPr>
              <a:spcBef>
                <a:spcPct val="0"/>
              </a:spcBef>
            </a:pPr>
            <a:r>
              <a:rPr lang="en-US" sz="3200" b="1">
                <a:latin typeface="Segoe UI Black" panose="020B0A02040204020203" pitchFamily="34" charset="0"/>
                <a:ea typeface="Segoe UI Black" panose="020B0A02040204020203" pitchFamily="34" charset="0"/>
              </a:rPr>
              <a:t>M</a:t>
            </a:r>
            <a:r>
              <a:rPr lang="en-US" altLang="zh-CN" sz="3200" b="1">
                <a:latin typeface="Segoe UI Black" panose="020B0A02040204020203" pitchFamily="34" charset="0"/>
                <a:ea typeface="Segoe UI Black" panose="020B0A02040204020203" pitchFamily="34" charset="0"/>
              </a:rPr>
              <a:t>odel Construction for Energy Prediction</a:t>
            </a:r>
          </a:p>
        </p:txBody>
      </p:sp>
      <p:sp>
        <p:nvSpPr>
          <p:cNvPr id="7" name="文本框 6">
            <a:extLst>
              <a:ext uri="{FF2B5EF4-FFF2-40B4-BE49-F238E27FC236}">
                <a16:creationId xmlns:a16="http://schemas.microsoft.com/office/drawing/2014/main" id="{8C7E648D-47BC-E21B-1AFB-906421E4B077}"/>
              </a:ext>
            </a:extLst>
          </p:cNvPr>
          <p:cNvSpPr txBox="1"/>
          <p:nvPr/>
        </p:nvSpPr>
        <p:spPr>
          <a:xfrm>
            <a:off x="2719253" y="945781"/>
            <a:ext cx="6096000" cy="294824"/>
          </a:xfrm>
          <a:prstGeom prst="rect">
            <a:avLst/>
          </a:prstGeom>
          <a:noFill/>
        </p:spPr>
        <p:txBody>
          <a:bodyPr wrap="square">
            <a:spAutoFit/>
          </a:bodyPr>
          <a:lstStyle/>
          <a:p>
            <a:pPr algn="ctr">
              <a:lnSpc>
                <a:spcPct val="94000"/>
              </a:lnSpc>
              <a:spcBef>
                <a:spcPts val="600"/>
              </a:spcBef>
            </a:pPr>
            <a:r>
              <a:rPr lang="en-US" sz="1400" b="1" kern="50" spc="25">
                <a:solidFill>
                  <a:schemeClr val="bg1"/>
                </a:solidFill>
                <a:effectLst/>
                <a:latin typeface="微软雅黑" panose="020B0503020204020204" pitchFamily="34" charset="-122"/>
                <a:ea typeface="微软雅黑" panose="020B0503020204020204" pitchFamily="34" charset="-122"/>
              </a:rPr>
              <a:t>Table 2. </a:t>
            </a:r>
            <a:r>
              <a:rPr lang="en-US" sz="1400" kern="50" spc="25">
                <a:solidFill>
                  <a:schemeClr val="bg1"/>
                </a:solidFill>
                <a:effectLst/>
                <a:latin typeface="微软雅黑" panose="020B0503020204020204" pitchFamily="34" charset="-122"/>
                <a:ea typeface="微软雅黑" panose="020B0503020204020204" pitchFamily="34" charset="-122"/>
              </a:rPr>
              <a:t>Model performance on different models </a:t>
            </a:r>
            <a:endParaRPr lang="en-US" sz="1400">
              <a:solidFill>
                <a:schemeClr val="bg1"/>
              </a:solidFill>
              <a:effectLst/>
              <a:latin typeface="微软雅黑" panose="020B0503020204020204" pitchFamily="34" charset="-122"/>
              <a:ea typeface="微软雅黑" panose="020B0503020204020204" pitchFamily="34" charset="-122"/>
            </a:endParaRPr>
          </a:p>
        </p:txBody>
      </p:sp>
      <p:graphicFrame>
        <p:nvGraphicFramePr>
          <p:cNvPr id="32" name="表格 31">
            <a:extLst>
              <a:ext uri="{FF2B5EF4-FFF2-40B4-BE49-F238E27FC236}">
                <a16:creationId xmlns:a16="http://schemas.microsoft.com/office/drawing/2014/main" id="{CC32CC0E-D13C-A6CE-A989-F0E61B186E64}"/>
              </a:ext>
            </a:extLst>
          </p:cNvPr>
          <p:cNvGraphicFramePr>
            <a:graphicFrameLocks noGrp="1"/>
          </p:cNvGraphicFramePr>
          <p:nvPr>
            <p:extLst>
              <p:ext uri="{D42A27DB-BD31-4B8C-83A1-F6EECF244321}">
                <p14:modId xmlns:p14="http://schemas.microsoft.com/office/powerpoint/2010/main" val="2163846124"/>
              </p:ext>
            </p:extLst>
          </p:nvPr>
        </p:nvGraphicFramePr>
        <p:xfrm>
          <a:off x="5767253" y="4948618"/>
          <a:ext cx="6096000" cy="1358904"/>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3206946330"/>
                    </a:ext>
                  </a:extLst>
                </a:gridCol>
                <a:gridCol w="1219200">
                  <a:extLst>
                    <a:ext uri="{9D8B030D-6E8A-4147-A177-3AD203B41FA5}">
                      <a16:colId xmlns:a16="http://schemas.microsoft.com/office/drawing/2014/main" val="1880414033"/>
                    </a:ext>
                  </a:extLst>
                </a:gridCol>
                <a:gridCol w="1219200">
                  <a:extLst>
                    <a:ext uri="{9D8B030D-6E8A-4147-A177-3AD203B41FA5}">
                      <a16:colId xmlns:a16="http://schemas.microsoft.com/office/drawing/2014/main" val="1740652320"/>
                    </a:ext>
                  </a:extLst>
                </a:gridCol>
                <a:gridCol w="1219200">
                  <a:extLst>
                    <a:ext uri="{9D8B030D-6E8A-4147-A177-3AD203B41FA5}">
                      <a16:colId xmlns:a16="http://schemas.microsoft.com/office/drawing/2014/main" val="2567528433"/>
                    </a:ext>
                  </a:extLst>
                </a:gridCol>
                <a:gridCol w="1219200">
                  <a:extLst>
                    <a:ext uri="{9D8B030D-6E8A-4147-A177-3AD203B41FA5}">
                      <a16:colId xmlns:a16="http://schemas.microsoft.com/office/drawing/2014/main" val="2602946011"/>
                    </a:ext>
                  </a:extLst>
                </a:gridCol>
              </a:tblGrid>
              <a:tr h="339726">
                <a:tc>
                  <a:txBody>
                    <a:bodyPr/>
                    <a:lstStyle/>
                    <a:p>
                      <a:pPr marL="0" algn="ctr" defTabSz="914400" rtl="0" eaLnBrk="1" fontAlgn="ctr" latinLnBrk="0" hangingPunct="1">
                        <a:buNone/>
                      </a:pPr>
                      <a:r>
                        <a:rPr lang="fr-FR" sz="1600" b="1" kern="1200" dirty="0">
                          <a:solidFill>
                            <a:schemeClr val="tx1"/>
                          </a:solidFill>
                          <a:latin typeface="+mn-lt"/>
                          <a:ea typeface="+mn-ea"/>
                          <a:cs typeface="+mn-cs"/>
                        </a:rPr>
                        <a:t>Split</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buNone/>
                      </a:pPr>
                      <a:r>
                        <a:rPr lang="fr-FR" sz="1600" b="1" kern="1200">
                          <a:solidFill>
                            <a:schemeClr val="tx1"/>
                          </a:solidFill>
                          <a:latin typeface="+mn-lt"/>
                          <a:ea typeface="+mn-ea"/>
                          <a:cs typeface="+mn-cs"/>
                        </a:rPr>
                        <a:t>MAE</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buNone/>
                      </a:pPr>
                      <a:r>
                        <a:rPr lang="fr-FR" sz="1600" b="1" kern="1200">
                          <a:solidFill>
                            <a:schemeClr val="tx1"/>
                          </a:solidFill>
                          <a:latin typeface="+mn-lt"/>
                          <a:ea typeface="+mn-ea"/>
                          <a:cs typeface="+mn-cs"/>
                        </a:rPr>
                        <a:t>MSE</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buNone/>
                      </a:pPr>
                      <a:r>
                        <a:rPr lang="fr-FR" sz="1600" b="1" kern="1200">
                          <a:solidFill>
                            <a:schemeClr val="tx1"/>
                          </a:solidFill>
                          <a:latin typeface="+mn-lt"/>
                          <a:ea typeface="+mn-ea"/>
                          <a:cs typeface="+mn-cs"/>
                        </a:rPr>
                        <a:t>RMSE</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buNone/>
                      </a:pPr>
                      <a:r>
                        <a:rPr lang="fr-FR" sz="1600" b="1" kern="1200" dirty="0">
                          <a:solidFill>
                            <a:schemeClr val="tx1"/>
                          </a:solidFill>
                          <a:latin typeface="+mn-lt"/>
                          <a:ea typeface="+mn-ea"/>
                          <a:cs typeface="+mn-cs"/>
                        </a:rPr>
                        <a:t>R</a:t>
                      </a:r>
                      <a:r>
                        <a:rPr lang="fr-FR" sz="1600" b="1" kern="1200" baseline="30000" dirty="0">
                          <a:solidFill>
                            <a:schemeClr val="tx1"/>
                          </a:solidFill>
                          <a:latin typeface="+mn-lt"/>
                          <a:ea typeface="+mn-ea"/>
                          <a:cs typeface="+mn-cs"/>
                        </a:rPr>
                        <a:t>2</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7537278"/>
                  </a:ext>
                </a:extLst>
              </a:tr>
              <a:tr h="339726">
                <a:tc>
                  <a:txBody>
                    <a:bodyPr/>
                    <a:lstStyle/>
                    <a:p>
                      <a:pPr marL="0" algn="ctr" defTabSz="914400" rtl="0" eaLnBrk="1" fontAlgn="ctr" latinLnBrk="0" hangingPunct="1">
                        <a:buNone/>
                      </a:pPr>
                      <a:r>
                        <a:rPr lang="fr-FR" sz="1600" b="0" kern="1200">
                          <a:solidFill>
                            <a:schemeClr val="tx1"/>
                          </a:solidFill>
                          <a:latin typeface="+mn-lt"/>
                          <a:ea typeface="+mn-ea"/>
                          <a:cs typeface="+mn-cs"/>
                        </a:rPr>
                        <a:t>train</a:t>
                      </a:r>
                    </a:p>
                  </a:txBody>
                  <a:tcPr marL="9525" marR="9525" marT="9525" marB="0" anchor="ct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altLang="zh-CN" sz="1600" dirty="0">
                          <a:effectLst/>
                        </a:rPr>
                        <a:t>0.483</a:t>
                      </a:r>
                    </a:p>
                  </a:txBody>
                  <a:tcPr marL="9525" marR="9525" marT="9525" marB="0" anchor="ct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altLang="zh-CN" sz="1600" dirty="0">
                          <a:effectLst/>
                        </a:rPr>
                        <a:t>0.367</a:t>
                      </a:r>
                    </a:p>
                  </a:txBody>
                  <a:tcPr marL="9525" marR="9525" marT="9525" marB="0" anchor="ct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altLang="zh-CN" sz="1600">
                          <a:effectLst/>
                        </a:rPr>
                        <a:t>0.606</a:t>
                      </a:r>
                    </a:p>
                  </a:txBody>
                  <a:tcPr marL="9525" marR="9525" marT="9525" marB="0" anchor="ct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altLang="zh-CN" sz="1600">
                          <a:effectLst/>
                        </a:rPr>
                        <a:t>0.995</a:t>
                      </a:r>
                    </a:p>
                  </a:txBody>
                  <a:tcPr marL="9525" marR="9525" marT="9525" marB="0" anchor="ct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3919511664"/>
                  </a:ext>
                </a:extLst>
              </a:tr>
              <a:tr h="339726">
                <a:tc>
                  <a:txBody>
                    <a:bodyPr/>
                    <a:lstStyle/>
                    <a:p>
                      <a:pPr marL="0" algn="ctr" defTabSz="914400" rtl="0" eaLnBrk="1" fontAlgn="ctr" latinLnBrk="0" hangingPunct="1">
                        <a:buNone/>
                      </a:pPr>
                      <a:r>
                        <a:rPr lang="fr-FR" sz="1600" b="0" kern="1200">
                          <a:solidFill>
                            <a:schemeClr val="tx1"/>
                          </a:solidFill>
                          <a:latin typeface="+mn-lt"/>
                          <a:ea typeface="+mn-ea"/>
                          <a:cs typeface="+mn-cs"/>
                        </a:rPr>
                        <a:t>val</a:t>
                      </a:r>
                    </a:p>
                  </a:txBody>
                  <a:tcPr marL="9525" marR="9525" marT="9525" marB="0" anchor="ctr">
                    <a:solidFill>
                      <a:schemeClr val="bg1"/>
                    </a:solidFill>
                  </a:tcPr>
                </a:tc>
                <a:tc>
                  <a:txBody>
                    <a:bodyPr/>
                    <a:lstStyle/>
                    <a:p>
                      <a:pPr algn="ctr"/>
                      <a:r>
                        <a:rPr lang="en-US" altLang="zh-CN" sz="1600" dirty="0">
                          <a:effectLst/>
                        </a:rPr>
                        <a:t>1.542</a:t>
                      </a:r>
                    </a:p>
                  </a:txBody>
                  <a:tcPr marL="9525" marR="9525" marT="9525" marB="0" anchor="ctr">
                    <a:solidFill>
                      <a:schemeClr val="bg1"/>
                    </a:solidFill>
                  </a:tcPr>
                </a:tc>
                <a:tc>
                  <a:txBody>
                    <a:bodyPr/>
                    <a:lstStyle/>
                    <a:p>
                      <a:pPr algn="ctr"/>
                      <a:r>
                        <a:rPr lang="en-US" altLang="zh-CN" sz="1600">
                          <a:effectLst/>
                        </a:rPr>
                        <a:t>3.452</a:t>
                      </a:r>
                    </a:p>
                  </a:txBody>
                  <a:tcPr marL="9525" marR="9525" marT="9525" marB="0" anchor="ctr">
                    <a:solidFill>
                      <a:schemeClr val="bg1"/>
                    </a:solidFill>
                  </a:tcPr>
                </a:tc>
                <a:tc>
                  <a:txBody>
                    <a:bodyPr/>
                    <a:lstStyle/>
                    <a:p>
                      <a:pPr algn="ctr"/>
                      <a:r>
                        <a:rPr lang="en-US" altLang="zh-CN" sz="1600" dirty="0">
                          <a:effectLst/>
                        </a:rPr>
                        <a:t>1.858</a:t>
                      </a:r>
                    </a:p>
                  </a:txBody>
                  <a:tcPr marL="9525" marR="9525" marT="9525" marB="0" anchor="ctr">
                    <a:solidFill>
                      <a:schemeClr val="bg1"/>
                    </a:solidFill>
                  </a:tcPr>
                </a:tc>
                <a:tc>
                  <a:txBody>
                    <a:bodyPr/>
                    <a:lstStyle/>
                    <a:p>
                      <a:pPr algn="ctr"/>
                      <a:r>
                        <a:rPr lang="en-US" altLang="zh-CN" sz="1600" dirty="0">
                          <a:effectLst/>
                        </a:rPr>
                        <a:t>0.962</a:t>
                      </a:r>
                    </a:p>
                  </a:txBody>
                  <a:tcPr marL="9525" marR="9525" marT="9525" marB="0" anchor="ctr">
                    <a:solidFill>
                      <a:schemeClr val="bg1"/>
                    </a:solidFill>
                  </a:tcPr>
                </a:tc>
                <a:extLst>
                  <a:ext uri="{0D108BD9-81ED-4DB2-BD59-A6C34878D82A}">
                    <a16:rowId xmlns:a16="http://schemas.microsoft.com/office/drawing/2014/main" val="2433837935"/>
                  </a:ext>
                </a:extLst>
              </a:tr>
              <a:tr h="339726">
                <a:tc>
                  <a:txBody>
                    <a:bodyPr/>
                    <a:lstStyle/>
                    <a:p>
                      <a:pPr marL="0" algn="ctr" defTabSz="914400" rtl="0" eaLnBrk="1" fontAlgn="ctr" latinLnBrk="0" hangingPunct="1">
                        <a:buNone/>
                      </a:pPr>
                      <a:r>
                        <a:rPr lang="fr-FR" sz="1600" b="0" kern="1200" dirty="0">
                          <a:solidFill>
                            <a:schemeClr val="tx1"/>
                          </a:solidFill>
                          <a:latin typeface="+mn-lt"/>
                          <a:ea typeface="+mn-ea"/>
                          <a:cs typeface="+mn-cs"/>
                        </a:rPr>
                        <a:t>test</a:t>
                      </a:r>
                    </a:p>
                  </a:txBody>
                  <a:tcPr marL="9525" marR="9525" marT="9525" marB="0" anchor="c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dirty="0">
                          <a:effectLst/>
                        </a:rPr>
                        <a:t>1.678</a:t>
                      </a:r>
                      <a:r>
                        <a:rPr lang="en-US" altLang="zh-CN" sz="1600" b="0" kern="1200" dirty="0">
                          <a:solidFill>
                            <a:schemeClr val="tx1"/>
                          </a:solidFill>
                          <a:latin typeface="+mn-lt"/>
                          <a:ea typeface="+mn-ea"/>
                          <a:cs typeface="+mn-cs"/>
                        </a:rPr>
                        <a:t> </a:t>
                      </a:r>
                    </a:p>
                  </a:txBody>
                  <a:tcPr marL="9525" marR="9525" marT="9525" marB="0" anchor="c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a:effectLst/>
                        </a:rPr>
                        <a:t>4.124</a:t>
                      </a:r>
                      <a:r>
                        <a:rPr lang="en-US" altLang="zh-CN" sz="1600" b="0" kern="1200">
                          <a:solidFill>
                            <a:schemeClr val="tx1"/>
                          </a:solidFill>
                          <a:latin typeface="+mn-lt"/>
                          <a:ea typeface="+mn-ea"/>
                          <a:cs typeface="+mn-cs"/>
                        </a:rPr>
                        <a:t> </a:t>
                      </a:r>
                    </a:p>
                  </a:txBody>
                  <a:tcPr marL="9525" marR="9525" marT="9525" marB="0" anchor="c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a:effectLst/>
                        </a:rPr>
                        <a:t>2.031</a:t>
                      </a:r>
                      <a:r>
                        <a:rPr lang="en-US" altLang="zh-CN" sz="1600" b="0" kern="1200">
                          <a:solidFill>
                            <a:schemeClr val="tx1"/>
                          </a:solidFill>
                          <a:latin typeface="+mn-lt"/>
                          <a:ea typeface="+mn-ea"/>
                          <a:cs typeface="+mn-cs"/>
                        </a:rPr>
                        <a:t> </a:t>
                      </a:r>
                    </a:p>
                  </a:txBody>
                  <a:tcPr marL="9525" marR="9525" marT="9525" marB="0" anchor="ctr">
                    <a:solidFill>
                      <a:schemeClr val="bg1"/>
                    </a:solidFill>
                  </a:tcPr>
                </a:tc>
                <a:tc>
                  <a:txBody>
                    <a:bodyPr/>
                    <a:lstStyle/>
                    <a:p>
                      <a:pPr algn="ctr"/>
                      <a:r>
                        <a:rPr lang="en-US" altLang="zh-CN" sz="1600" dirty="0">
                          <a:effectLst/>
                        </a:rPr>
                        <a:t>0.948</a:t>
                      </a:r>
                    </a:p>
                  </a:txBody>
                  <a:tcPr marL="9525" marR="9525" marT="9525" marB="0" anchor="ctr">
                    <a:solidFill>
                      <a:schemeClr val="bg1"/>
                    </a:solidFill>
                  </a:tcPr>
                </a:tc>
                <a:extLst>
                  <a:ext uri="{0D108BD9-81ED-4DB2-BD59-A6C34878D82A}">
                    <a16:rowId xmlns:a16="http://schemas.microsoft.com/office/drawing/2014/main" val="361317037"/>
                  </a:ext>
                </a:extLst>
              </a:tr>
            </a:tbl>
          </a:graphicData>
        </a:graphic>
      </p:graphicFrame>
      <p:pic>
        <p:nvPicPr>
          <p:cNvPr id="2050" name="Picture 2" descr="Methodology flow chart of XGBoost algorithm | Download Scientific ...">
            <a:extLst>
              <a:ext uri="{FF2B5EF4-FFF2-40B4-BE49-F238E27FC236}">
                <a16:creationId xmlns:a16="http://schemas.microsoft.com/office/drawing/2014/main" id="{BEAF54DD-2E4E-278A-70BF-CAF173AA1A0A}"/>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21967" y="1600236"/>
            <a:ext cx="3983641" cy="2683939"/>
          </a:xfrm>
          <a:prstGeom prst="rect">
            <a:avLst/>
          </a:prstGeom>
          <a:noFill/>
          <a:extLst>
            <a:ext uri="{909E8E84-426E-40DD-AFC4-6F175D3DCCD1}">
              <a14:hiddenFill xmlns:a14="http://schemas.microsoft.com/office/drawing/2010/main">
                <a:solidFill>
                  <a:srgbClr val="FFFFFF"/>
                </a:solidFill>
              </a14:hiddenFill>
            </a:ext>
          </a:extLst>
        </p:spPr>
      </p:pic>
      <p:grpSp>
        <p:nvGrpSpPr>
          <p:cNvPr id="8" name="组合 7">
            <a:extLst>
              <a:ext uri="{FF2B5EF4-FFF2-40B4-BE49-F238E27FC236}">
                <a16:creationId xmlns:a16="http://schemas.microsoft.com/office/drawing/2014/main" id="{246AAFF6-1145-0ADE-EA2B-F0519B6997D5}"/>
              </a:ext>
            </a:extLst>
          </p:cNvPr>
          <p:cNvGrpSpPr/>
          <p:nvPr/>
        </p:nvGrpSpPr>
        <p:grpSpPr>
          <a:xfrm>
            <a:off x="245650" y="5047522"/>
            <a:ext cx="4947206" cy="1260000"/>
            <a:chOff x="612436" y="5365010"/>
            <a:chExt cx="4661385" cy="1260000"/>
          </a:xfrm>
        </p:grpSpPr>
        <p:sp>
          <p:nvSpPr>
            <p:cNvPr id="9" name="文本框 8">
              <a:extLst>
                <a:ext uri="{FF2B5EF4-FFF2-40B4-BE49-F238E27FC236}">
                  <a16:creationId xmlns:a16="http://schemas.microsoft.com/office/drawing/2014/main" id="{A6938FDA-B259-73D9-5A96-6C605DA0A8B1}"/>
                </a:ext>
              </a:extLst>
            </p:cNvPr>
            <p:cNvSpPr txBox="1"/>
            <p:nvPr/>
          </p:nvSpPr>
          <p:spPr>
            <a:xfrm>
              <a:off x="612436" y="5365010"/>
              <a:ext cx="4661385" cy="1260000"/>
            </a:xfrm>
            <a:prstGeom prst="rect">
              <a:avLst/>
            </a:prstGeom>
            <a:solidFill>
              <a:schemeClr val="bg1">
                <a:lumMod val="95000"/>
              </a:schemeClr>
            </a:solidFill>
          </p:spPr>
          <p:txBody>
            <a:bodyPr wrap="square">
              <a:spAutoFit/>
            </a:bodyPr>
            <a:lstStyle/>
            <a:p>
              <a:pPr>
                <a:lnSpc>
                  <a:spcPct val="150000"/>
                </a:lnSpc>
                <a:buNone/>
              </a:pPr>
              <a:endParaRPr lang="fr-FR" altLang="zh-CN" sz="1600" dirty="0"/>
            </a:p>
          </p:txBody>
        </p:sp>
        <p:sp>
          <p:nvSpPr>
            <p:cNvPr id="10" name="文本框 9">
              <a:extLst>
                <a:ext uri="{FF2B5EF4-FFF2-40B4-BE49-F238E27FC236}">
                  <a16:creationId xmlns:a16="http://schemas.microsoft.com/office/drawing/2014/main" id="{0513E451-0873-F975-C13B-41E1DBDF7F49}"/>
                </a:ext>
              </a:extLst>
            </p:cNvPr>
            <p:cNvSpPr txBox="1"/>
            <p:nvPr/>
          </p:nvSpPr>
          <p:spPr>
            <a:xfrm>
              <a:off x="659136" y="5405889"/>
              <a:ext cx="4567984" cy="1206549"/>
            </a:xfrm>
            <a:prstGeom prst="rect">
              <a:avLst/>
            </a:prstGeom>
            <a:noFill/>
          </p:spPr>
          <p:txBody>
            <a:bodyPr wrap="square" rtlCol="0">
              <a:spAutoFit/>
            </a:bodyPr>
            <a:lstStyle/>
            <a:p>
              <a:pPr>
                <a:lnSpc>
                  <a:spcPct val="150000"/>
                </a:lnSpc>
              </a:pPr>
              <a:r>
                <a:rPr lang="en-US" altLang="zh-CN" sz="1600" b="1" dirty="0"/>
                <a:t>Feature Selection: </a:t>
              </a:r>
              <a:r>
                <a:rPr lang="en-US" altLang="zh-CN" sz="1600" dirty="0"/>
                <a:t>17 molecular descriptors </a:t>
              </a:r>
              <a:endParaRPr lang="fr-FR" altLang="zh-CN" sz="1600" b="1" dirty="0"/>
            </a:p>
            <a:p>
              <a:pPr>
                <a:lnSpc>
                  <a:spcPct val="150000"/>
                </a:lnSpc>
              </a:pPr>
              <a:r>
                <a:rPr lang="fr-FR" altLang="zh-CN" sz="1600" b="1" dirty="0"/>
                <a:t>Dataset split: </a:t>
              </a:r>
              <a:r>
                <a:rPr lang="fr-FR" altLang="zh-CN" sz="1600" dirty="0"/>
                <a:t>50% train, 30% validation, 20% test</a:t>
              </a:r>
            </a:p>
            <a:p>
              <a:pPr>
                <a:lnSpc>
                  <a:spcPct val="150000"/>
                </a:lnSpc>
              </a:pPr>
              <a:r>
                <a:rPr lang="en-US" altLang="zh-CN" sz="1600" b="1" dirty="0"/>
                <a:t>Decision tree</a:t>
              </a:r>
              <a:r>
                <a:rPr lang="en-US" altLang="zh-CN" sz="1600" dirty="0"/>
                <a:t>: 100 </a:t>
              </a:r>
              <a:endParaRPr lang="fr-FR" altLang="zh-CN" sz="1600" dirty="0"/>
            </a:p>
          </p:txBody>
        </p:sp>
      </p:grpSp>
      <p:sp>
        <p:nvSpPr>
          <p:cNvPr id="12" name="文本框 11">
            <a:extLst>
              <a:ext uri="{FF2B5EF4-FFF2-40B4-BE49-F238E27FC236}">
                <a16:creationId xmlns:a16="http://schemas.microsoft.com/office/drawing/2014/main" id="{A7A72F31-A648-B971-232A-CB2606F7B6BE}"/>
              </a:ext>
            </a:extLst>
          </p:cNvPr>
          <p:cNvSpPr txBox="1"/>
          <p:nvPr/>
        </p:nvSpPr>
        <p:spPr>
          <a:xfrm>
            <a:off x="1123046" y="1120389"/>
            <a:ext cx="2991012" cy="369332"/>
          </a:xfrm>
          <a:prstGeom prst="rect">
            <a:avLst/>
          </a:prstGeom>
          <a:noFill/>
        </p:spPr>
        <p:txBody>
          <a:bodyPr wrap="none" rtlCol="0">
            <a:spAutoFit/>
          </a:bodyPr>
          <a:lstStyle/>
          <a:p>
            <a:r>
              <a:rPr lang="en-US" altLang="zh-CN" b="1" dirty="0">
                <a:solidFill>
                  <a:srgbClr val="003870"/>
                </a:solidFill>
              </a:rPr>
              <a:t>Random Forest Regression</a:t>
            </a:r>
          </a:p>
        </p:txBody>
      </p:sp>
      <p:pic>
        <p:nvPicPr>
          <p:cNvPr id="13" name="图片 12">
            <a:extLst>
              <a:ext uri="{FF2B5EF4-FFF2-40B4-BE49-F238E27FC236}">
                <a16:creationId xmlns:a16="http://schemas.microsoft.com/office/drawing/2014/main" id="{203F2CD5-894A-4294-9ECC-F3F5F38B798F}"/>
              </a:ext>
            </a:extLst>
          </p:cNvPr>
          <p:cNvPicPr>
            <a:picLocks noChangeAspect="1"/>
          </p:cNvPicPr>
          <p:nvPr/>
        </p:nvPicPr>
        <p:blipFill>
          <a:blip r:embed="rId6"/>
          <a:stretch>
            <a:fillRect/>
          </a:stretch>
        </p:blipFill>
        <p:spPr>
          <a:xfrm>
            <a:off x="97963" y="1504017"/>
            <a:ext cx="5021741" cy="3280093"/>
          </a:xfrm>
          <a:prstGeom prst="rect">
            <a:avLst/>
          </a:prstGeom>
        </p:spPr>
      </p:pic>
      <p:sp>
        <p:nvSpPr>
          <p:cNvPr id="14" name="文本框 13">
            <a:extLst>
              <a:ext uri="{FF2B5EF4-FFF2-40B4-BE49-F238E27FC236}">
                <a16:creationId xmlns:a16="http://schemas.microsoft.com/office/drawing/2014/main" id="{F9D1F942-E8F1-126D-EFC5-171F25EC7351}"/>
              </a:ext>
            </a:extLst>
          </p:cNvPr>
          <p:cNvSpPr txBox="1"/>
          <p:nvPr/>
        </p:nvSpPr>
        <p:spPr>
          <a:xfrm>
            <a:off x="7842459" y="1162489"/>
            <a:ext cx="2243948" cy="369332"/>
          </a:xfrm>
          <a:prstGeom prst="rect">
            <a:avLst/>
          </a:prstGeom>
          <a:noFill/>
        </p:spPr>
        <p:txBody>
          <a:bodyPr wrap="none" rtlCol="0">
            <a:spAutoFit/>
          </a:bodyPr>
          <a:lstStyle/>
          <a:p>
            <a:r>
              <a:rPr lang="en-US" altLang="zh-CN" b="1" dirty="0">
                <a:solidFill>
                  <a:srgbClr val="003870"/>
                </a:solidFill>
              </a:rPr>
              <a:t>Model Performance</a:t>
            </a:r>
          </a:p>
        </p:txBody>
      </p:sp>
      <p:graphicFrame>
        <p:nvGraphicFramePr>
          <p:cNvPr id="15" name="表格 14">
            <a:extLst>
              <a:ext uri="{FF2B5EF4-FFF2-40B4-BE49-F238E27FC236}">
                <a16:creationId xmlns:a16="http://schemas.microsoft.com/office/drawing/2014/main" id="{19527F38-5230-1860-E324-F01E386BB743}"/>
              </a:ext>
            </a:extLst>
          </p:cNvPr>
          <p:cNvGraphicFramePr>
            <a:graphicFrameLocks noGrp="1"/>
          </p:cNvGraphicFramePr>
          <p:nvPr>
            <p:extLst>
              <p:ext uri="{D42A27DB-BD31-4B8C-83A1-F6EECF244321}">
                <p14:modId xmlns:p14="http://schemas.microsoft.com/office/powerpoint/2010/main" val="1905190717"/>
              </p:ext>
            </p:extLst>
          </p:nvPr>
        </p:nvGraphicFramePr>
        <p:xfrm>
          <a:off x="7003936" y="3520046"/>
          <a:ext cx="1420584" cy="497205"/>
        </p:xfrm>
        <a:graphic>
          <a:graphicData uri="http://schemas.openxmlformats.org/drawingml/2006/table">
            <a:tbl>
              <a:tblPr firstRow="1" bandRow="1">
                <a:tableStyleId>{2D5ABB26-0587-4C30-8999-92F81FD0307C}</a:tableStyleId>
              </a:tblPr>
              <a:tblGrid>
                <a:gridCol w="663733">
                  <a:extLst>
                    <a:ext uri="{9D8B030D-6E8A-4147-A177-3AD203B41FA5}">
                      <a16:colId xmlns:a16="http://schemas.microsoft.com/office/drawing/2014/main" val="2074822626"/>
                    </a:ext>
                  </a:extLst>
                </a:gridCol>
                <a:gridCol w="756851">
                  <a:extLst>
                    <a:ext uri="{9D8B030D-6E8A-4147-A177-3AD203B41FA5}">
                      <a16:colId xmlns:a16="http://schemas.microsoft.com/office/drawing/2014/main" val="4042354169"/>
                    </a:ext>
                  </a:extLst>
                </a:gridCol>
              </a:tblGrid>
              <a:tr h="364717">
                <a:tc>
                  <a:txBody>
                    <a:bodyPr/>
                    <a:lstStyle/>
                    <a:p>
                      <a:pPr algn="ctr" rtl="0" fontAlgn="ctr">
                        <a:buNone/>
                      </a:pPr>
                      <a:r>
                        <a:rPr lang="en-HK" sz="1600" b="1" i="0" u="none" strike="noStrike" dirty="0">
                          <a:solidFill>
                            <a:srgbClr val="000000"/>
                          </a:solidFill>
                          <a:effectLst/>
                          <a:latin typeface="Aptos" panose="020B0004020202020204" pitchFamily="34" charset="0"/>
                        </a:rPr>
                        <a:t>R</a:t>
                      </a:r>
                      <a:r>
                        <a:rPr lang="en-HK" sz="1600" b="1" i="0" u="none" strike="noStrike" baseline="30000" dirty="0">
                          <a:solidFill>
                            <a:srgbClr val="000000"/>
                          </a:solidFill>
                          <a:effectLst/>
                          <a:latin typeface="Aptos" panose="020B0004020202020204" pitchFamily="34" charset="0"/>
                        </a:rPr>
                        <a:t>2</a:t>
                      </a:r>
                      <a:r>
                        <a:rPr lang="en-HK" sz="1600" b="1" i="0" u="none" strike="noStrike" dirty="0">
                          <a:solidFill>
                            <a:srgbClr val="000000"/>
                          </a:solidFill>
                          <a:effectLst/>
                          <a:latin typeface="Aptos" panose="020B0004020202020204" pitchFamily="34" charset="0"/>
                        </a:rPr>
                        <a:t> =</a:t>
                      </a:r>
                    </a:p>
                    <a:p>
                      <a:pPr algn="ctr" rtl="0" fontAlgn="ctr">
                        <a:buNone/>
                      </a:pPr>
                      <a:r>
                        <a:rPr lang="en-HK" sz="1600" b="1" i="0" u="none" strike="noStrike" dirty="0">
                          <a:solidFill>
                            <a:srgbClr val="000000"/>
                          </a:solidFill>
                          <a:effectLst/>
                          <a:latin typeface="Aptos" panose="020B0004020202020204" pitchFamily="34" charset="0"/>
                        </a:rPr>
                        <a:t>MSE =</a:t>
                      </a:r>
                    </a:p>
                  </a:txBody>
                  <a:tcPr marL="9525" marR="9525" marT="9525"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HK" altLang="zh-CN" sz="1600" b="0" i="0" u="none" strike="noStrike" dirty="0">
                          <a:solidFill>
                            <a:srgbClr val="000000"/>
                          </a:solidFill>
                          <a:effectLst/>
                          <a:latin typeface="Aptos" panose="020B0004020202020204" pitchFamily="34" charset="0"/>
                        </a:rPr>
                        <a:t>0.938</a:t>
                      </a:r>
                    </a:p>
                    <a:p>
                      <a:pPr marL="0" marR="0" lvl="0" indent="0" algn="ctr" defTabSz="914400" rtl="0" eaLnBrk="1" fontAlgn="ctr" latinLnBrk="0" hangingPunct="1">
                        <a:lnSpc>
                          <a:spcPct val="100000"/>
                        </a:lnSpc>
                        <a:spcBef>
                          <a:spcPts val="0"/>
                        </a:spcBef>
                        <a:spcAft>
                          <a:spcPts val="0"/>
                        </a:spcAft>
                        <a:buClrTx/>
                        <a:buSzTx/>
                        <a:buFontTx/>
                        <a:buNone/>
                        <a:tabLst/>
                        <a:defRPr/>
                      </a:pPr>
                      <a:r>
                        <a:rPr lang="en-HK" altLang="zh-CN" sz="1600" b="0" i="0" u="none" strike="noStrike" dirty="0">
                          <a:solidFill>
                            <a:srgbClr val="000000"/>
                          </a:solidFill>
                          <a:effectLst/>
                          <a:latin typeface="Aptos" panose="020B0004020202020204" pitchFamily="34" charset="0"/>
                        </a:rPr>
                        <a:t>29.61</a:t>
                      </a:r>
                    </a:p>
                  </a:txBody>
                  <a:tcPr marL="9525" marR="9525" marT="9525"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7384470"/>
                  </a:ext>
                </a:extLst>
              </a:tr>
            </a:tbl>
          </a:graphicData>
        </a:graphic>
      </p:graphicFrame>
      <p:sp>
        <p:nvSpPr>
          <p:cNvPr id="16" name="文本框 15">
            <a:extLst>
              <a:ext uri="{FF2B5EF4-FFF2-40B4-BE49-F238E27FC236}">
                <a16:creationId xmlns:a16="http://schemas.microsoft.com/office/drawing/2014/main" id="{771FF3CF-FBD0-CF77-44E8-CCDB5C4D8F59}"/>
              </a:ext>
            </a:extLst>
          </p:cNvPr>
          <p:cNvSpPr txBox="1"/>
          <p:nvPr/>
        </p:nvSpPr>
        <p:spPr>
          <a:xfrm>
            <a:off x="5738791" y="2134228"/>
            <a:ext cx="1034935" cy="369332"/>
          </a:xfrm>
          <a:prstGeom prst="rect">
            <a:avLst/>
          </a:prstGeom>
          <a:noFill/>
        </p:spPr>
        <p:txBody>
          <a:bodyPr wrap="square">
            <a:spAutoFit/>
          </a:bodyPr>
          <a:lstStyle/>
          <a:p>
            <a:pPr algn="ctr"/>
            <a:r>
              <a:rPr lang="en-HK" altLang="zh-CN" dirty="0"/>
              <a:t>Test set </a:t>
            </a:r>
            <a:endParaRPr lang="zh-CN" altLang="en-US" dirty="0"/>
          </a:p>
        </p:txBody>
      </p:sp>
      <p:sp>
        <p:nvSpPr>
          <p:cNvPr id="18" name="文本框 17">
            <a:extLst>
              <a:ext uri="{FF2B5EF4-FFF2-40B4-BE49-F238E27FC236}">
                <a16:creationId xmlns:a16="http://schemas.microsoft.com/office/drawing/2014/main" id="{BD501109-19D7-7D8F-ED09-C30BA1D0DA58}"/>
              </a:ext>
            </a:extLst>
          </p:cNvPr>
          <p:cNvSpPr txBox="1"/>
          <p:nvPr/>
        </p:nvSpPr>
        <p:spPr>
          <a:xfrm>
            <a:off x="9280059" y="2110848"/>
            <a:ext cx="1034935" cy="369332"/>
          </a:xfrm>
          <a:prstGeom prst="rect">
            <a:avLst/>
          </a:prstGeom>
          <a:noFill/>
        </p:spPr>
        <p:txBody>
          <a:bodyPr wrap="square">
            <a:spAutoFit/>
          </a:bodyPr>
          <a:lstStyle/>
          <a:p>
            <a:pPr algn="ctr"/>
            <a:r>
              <a:rPr lang="en-HK" altLang="zh-CN" dirty="0"/>
              <a:t>Test set </a:t>
            </a:r>
            <a:endParaRPr lang="zh-CN" altLang="en-US" dirty="0"/>
          </a:p>
        </p:txBody>
      </p:sp>
      <p:grpSp>
        <p:nvGrpSpPr>
          <p:cNvPr id="2095" name="组合 2094">
            <a:extLst>
              <a:ext uri="{FF2B5EF4-FFF2-40B4-BE49-F238E27FC236}">
                <a16:creationId xmlns:a16="http://schemas.microsoft.com/office/drawing/2014/main" id="{90559343-4971-08C1-98FF-F62E5CFD559E}"/>
              </a:ext>
            </a:extLst>
          </p:cNvPr>
          <p:cNvGrpSpPr/>
          <p:nvPr/>
        </p:nvGrpSpPr>
        <p:grpSpPr>
          <a:xfrm>
            <a:off x="5720503" y="4079673"/>
            <a:ext cx="665966" cy="307777"/>
            <a:chOff x="5720503" y="4079673"/>
            <a:chExt cx="665966" cy="307777"/>
          </a:xfrm>
        </p:grpSpPr>
        <p:sp>
          <p:nvSpPr>
            <p:cNvPr id="35" name="矩形 34">
              <a:extLst>
                <a:ext uri="{FF2B5EF4-FFF2-40B4-BE49-F238E27FC236}">
                  <a16:creationId xmlns:a16="http://schemas.microsoft.com/office/drawing/2014/main" id="{1F5F5BD0-E963-E786-8957-B5A1C7E9CE36}"/>
                </a:ext>
              </a:extLst>
            </p:cNvPr>
            <p:cNvSpPr/>
            <p:nvPr/>
          </p:nvSpPr>
          <p:spPr>
            <a:xfrm>
              <a:off x="5760144" y="4159039"/>
              <a:ext cx="528619"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p>
          </p:txBody>
        </p:sp>
        <p:sp>
          <p:nvSpPr>
            <p:cNvPr id="36" name="文本框 61">
              <a:extLst>
                <a:ext uri="{FF2B5EF4-FFF2-40B4-BE49-F238E27FC236}">
                  <a16:creationId xmlns:a16="http://schemas.microsoft.com/office/drawing/2014/main" id="{D0DE2784-E35C-64E4-2106-C8D7E4B6E95E}"/>
                </a:ext>
              </a:extLst>
            </p:cNvPr>
            <p:cNvSpPr txBox="1"/>
            <p:nvPr/>
          </p:nvSpPr>
          <p:spPr>
            <a:xfrm>
              <a:off x="5720503" y="4079673"/>
              <a:ext cx="665966"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-2.13</a:t>
              </a:r>
              <a:endParaRPr lang="zh-CN" altLang="en-US" sz="1400" dirty="0"/>
            </a:p>
          </p:txBody>
        </p:sp>
      </p:grpSp>
      <p:grpSp>
        <p:nvGrpSpPr>
          <p:cNvPr id="2094" name="组合 2093">
            <a:extLst>
              <a:ext uri="{FF2B5EF4-FFF2-40B4-BE49-F238E27FC236}">
                <a16:creationId xmlns:a16="http://schemas.microsoft.com/office/drawing/2014/main" id="{25481C4D-4782-C91C-BF63-37C4645AFFCB}"/>
              </a:ext>
            </a:extLst>
          </p:cNvPr>
          <p:cNvGrpSpPr/>
          <p:nvPr/>
        </p:nvGrpSpPr>
        <p:grpSpPr>
          <a:xfrm>
            <a:off x="6273346" y="4079673"/>
            <a:ext cx="665966" cy="307777"/>
            <a:chOff x="6273346" y="4079673"/>
            <a:chExt cx="665966" cy="307777"/>
          </a:xfrm>
        </p:grpSpPr>
        <p:sp>
          <p:nvSpPr>
            <p:cNvPr id="33" name="矩形 32">
              <a:extLst>
                <a:ext uri="{FF2B5EF4-FFF2-40B4-BE49-F238E27FC236}">
                  <a16:creationId xmlns:a16="http://schemas.microsoft.com/office/drawing/2014/main" id="{C0C7D0C8-CCB8-5353-E3FE-E35714BCC8BF}"/>
                </a:ext>
              </a:extLst>
            </p:cNvPr>
            <p:cNvSpPr/>
            <p:nvPr/>
          </p:nvSpPr>
          <p:spPr>
            <a:xfrm>
              <a:off x="6289409" y="4150947"/>
              <a:ext cx="528619" cy="1251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p>
          </p:txBody>
        </p:sp>
        <p:sp>
          <p:nvSpPr>
            <p:cNvPr id="34" name="文本框 69">
              <a:extLst>
                <a:ext uri="{FF2B5EF4-FFF2-40B4-BE49-F238E27FC236}">
                  <a16:creationId xmlns:a16="http://schemas.microsoft.com/office/drawing/2014/main" id="{7527A561-3D52-9ED9-C80A-164BC59B3060}"/>
                </a:ext>
              </a:extLst>
            </p:cNvPr>
            <p:cNvSpPr txBox="1"/>
            <p:nvPr/>
          </p:nvSpPr>
          <p:spPr>
            <a:xfrm>
              <a:off x="6273346" y="4079673"/>
              <a:ext cx="665966"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-2.00</a:t>
              </a:r>
              <a:endParaRPr lang="zh-CN" altLang="en-US" sz="1400" dirty="0"/>
            </a:p>
          </p:txBody>
        </p:sp>
      </p:grpSp>
      <p:grpSp>
        <p:nvGrpSpPr>
          <p:cNvPr id="2093" name="组合 2092">
            <a:extLst>
              <a:ext uri="{FF2B5EF4-FFF2-40B4-BE49-F238E27FC236}">
                <a16:creationId xmlns:a16="http://schemas.microsoft.com/office/drawing/2014/main" id="{56C9C1B0-6723-FC25-E1B5-7F74126FC629}"/>
              </a:ext>
            </a:extLst>
          </p:cNvPr>
          <p:cNvGrpSpPr/>
          <p:nvPr/>
        </p:nvGrpSpPr>
        <p:grpSpPr>
          <a:xfrm>
            <a:off x="6833175" y="4075410"/>
            <a:ext cx="665966" cy="307777"/>
            <a:chOff x="6833175" y="4075410"/>
            <a:chExt cx="665966" cy="307777"/>
          </a:xfrm>
        </p:grpSpPr>
        <p:sp>
          <p:nvSpPr>
            <p:cNvPr id="30" name="矩形 29">
              <a:extLst>
                <a:ext uri="{FF2B5EF4-FFF2-40B4-BE49-F238E27FC236}">
                  <a16:creationId xmlns:a16="http://schemas.microsoft.com/office/drawing/2014/main" id="{8AD81B87-F7D8-3035-9768-32C4478B5FB8}"/>
                </a:ext>
              </a:extLst>
            </p:cNvPr>
            <p:cNvSpPr/>
            <p:nvPr/>
          </p:nvSpPr>
          <p:spPr>
            <a:xfrm>
              <a:off x="6889271" y="4137707"/>
              <a:ext cx="528619" cy="1645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p>
          </p:txBody>
        </p:sp>
        <p:sp>
          <p:nvSpPr>
            <p:cNvPr id="31" name="文本框 72">
              <a:extLst>
                <a:ext uri="{FF2B5EF4-FFF2-40B4-BE49-F238E27FC236}">
                  <a16:creationId xmlns:a16="http://schemas.microsoft.com/office/drawing/2014/main" id="{69BDE941-228D-0251-ED0B-2D88B93FD424}"/>
                </a:ext>
              </a:extLst>
            </p:cNvPr>
            <p:cNvSpPr txBox="1"/>
            <p:nvPr/>
          </p:nvSpPr>
          <p:spPr>
            <a:xfrm>
              <a:off x="6833175" y="4075410"/>
              <a:ext cx="665966"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-1.86</a:t>
              </a:r>
              <a:endParaRPr lang="zh-CN" altLang="en-US" sz="1400" dirty="0"/>
            </a:p>
          </p:txBody>
        </p:sp>
      </p:grpSp>
      <p:grpSp>
        <p:nvGrpSpPr>
          <p:cNvPr id="2092" name="组合 2091">
            <a:extLst>
              <a:ext uri="{FF2B5EF4-FFF2-40B4-BE49-F238E27FC236}">
                <a16:creationId xmlns:a16="http://schemas.microsoft.com/office/drawing/2014/main" id="{7B9F1829-7F0C-178E-8DC3-807D18B69057}"/>
              </a:ext>
            </a:extLst>
          </p:cNvPr>
          <p:cNvGrpSpPr/>
          <p:nvPr/>
        </p:nvGrpSpPr>
        <p:grpSpPr>
          <a:xfrm>
            <a:off x="7922218" y="4074162"/>
            <a:ext cx="665966" cy="307777"/>
            <a:chOff x="7922218" y="4074162"/>
            <a:chExt cx="665966" cy="307777"/>
          </a:xfrm>
        </p:grpSpPr>
        <p:sp>
          <p:nvSpPr>
            <p:cNvPr id="26" name="矩形 25">
              <a:extLst>
                <a:ext uri="{FF2B5EF4-FFF2-40B4-BE49-F238E27FC236}">
                  <a16:creationId xmlns:a16="http://schemas.microsoft.com/office/drawing/2014/main" id="{74CD4790-0739-C65A-5C4C-5ED772822144}"/>
                </a:ext>
              </a:extLst>
            </p:cNvPr>
            <p:cNvSpPr/>
            <p:nvPr/>
          </p:nvSpPr>
          <p:spPr>
            <a:xfrm>
              <a:off x="7961859" y="4145436"/>
              <a:ext cx="528619"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p>
          </p:txBody>
        </p:sp>
        <p:sp>
          <p:nvSpPr>
            <p:cNvPr id="27" name="文本框 78">
              <a:extLst>
                <a:ext uri="{FF2B5EF4-FFF2-40B4-BE49-F238E27FC236}">
                  <a16:creationId xmlns:a16="http://schemas.microsoft.com/office/drawing/2014/main" id="{27DF821F-EA43-67AB-06EC-20C33A9FD7B3}"/>
                </a:ext>
              </a:extLst>
            </p:cNvPr>
            <p:cNvSpPr txBox="1"/>
            <p:nvPr/>
          </p:nvSpPr>
          <p:spPr>
            <a:xfrm>
              <a:off x="7922218" y="4074162"/>
              <a:ext cx="665966"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-1.60</a:t>
              </a:r>
              <a:endParaRPr lang="zh-CN" altLang="en-US" sz="1400" dirty="0"/>
            </a:p>
          </p:txBody>
        </p:sp>
      </p:grpSp>
      <p:grpSp>
        <p:nvGrpSpPr>
          <p:cNvPr id="2091" name="组合 2090">
            <a:extLst>
              <a:ext uri="{FF2B5EF4-FFF2-40B4-BE49-F238E27FC236}">
                <a16:creationId xmlns:a16="http://schemas.microsoft.com/office/drawing/2014/main" id="{05EBAD64-70E4-EC60-5DDB-2CB37D45812B}"/>
              </a:ext>
            </a:extLst>
          </p:cNvPr>
          <p:cNvGrpSpPr/>
          <p:nvPr/>
        </p:nvGrpSpPr>
        <p:grpSpPr>
          <a:xfrm>
            <a:off x="7374761" y="4074162"/>
            <a:ext cx="665966" cy="307777"/>
            <a:chOff x="7374761" y="4074162"/>
            <a:chExt cx="665966" cy="307777"/>
          </a:xfrm>
        </p:grpSpPr>
        <p:sp>
          <p:nvSpPr>
            <p:cNvPr id="38" name="矩形 37">
              <a:extLst>
                <a:ext uri="{FF2B5EF4-FFF2-40B4-BE49-F238E27FC236}">
                  <a16:creationId xmlns:a16="http://schemas.microsoft.com/office/drawing/2014/main" id="{4822AB62-EB16-0519-486F-842D14D33BF0}"/>
                </a:ext>
              </a:extLst>
            </p:cNvPr>
            <p:cNvSpPr/>
            <p:nvPr/>
          </p:nvSpPr>
          <p:spPr>
            <a:xfrm>
              <a:off x="7430857" y="4152643"/>
              <a:ext cx="528619" cy="1645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p>
          </p:txBody>
        </p:sp>
        <p:sp>
          <p:nvSpPr>
            <p:cNvPr id="39" name="文本框 72">
              <a:extLst>
                <a:ext uri="{FF2B5EF4-FFF2-40B4-BE49-F238E27FC236}">
                  <a16:creationId xmlns:a16="http://schemas.microsoft.com/office/drawing/2014/main" id="{B08066B3-24BD-55C1-7A4F-EDE7E9257C71}"/>
                </a:ext>
              </a:extLst>
            </p:cNvPr>
            <p:cNvSpPr txBox="1"/>
            <p:nvPr/>
          </p:nvSpPr>
          <p:spPr>
            <a:xfrm>
              <a:off x="7374761" y="4074162"/>
              <a:ext cx="665966"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-1.73</a:t>
              </a:r>
              <a:endParaRPr lang="zh-CN" altLang="en-US" sz="1400" dirty="0"/>
            </a:p>
          </p:txBody>
        </p:sp>
      </p:grpSp>
      <p:grpSp>
        <p:nvGrpSpPr>
          <p:cNvPr id="2085" name="组合 2084">
            <a:extLst>
              <a:ext uri="{FF2B5EF4-FFF2-40B4-BE49-F238E27FC236}">
                <a16:creationId xmlns:a16="http://schemas.microsoft.com/office/drawing/2014/main" id="{FE8831DE-41F2-1787-7F47-CA6369F9D9BB}"/>
              </a:ext>
            </a:extLst>
          </p:cNvPr>
          <p:cNvGrpSpPr/>
          <p:nvPr/>
        </p:nvGrpSpPr>
        <p:grpSpPr>
          <a:xfrm>
            <a:off x="9300642" y="4086906"/>
            <a:ext cx="665966" cy="307777"/>
            <a:chOff x="9300642" y="4086906"/>
            <a:chExt cx="665966" cy="307777"/>
          </a:xfrm>
        </p:grpSpPr>
        <p:sp>
          <p:nvSpPr>
            <p:cNvPr id="41" name="矩形 40">
              <a:extLst>
                <a:ext uri="{FF2B5EF4-FFF2-40B4-BE49-F238E27FC236}">
                  <a16:creationId xmlns:a16="http://schemas.microsoft.com/office/drawing/2014/main" id="{A4336586-9C22-DCB9-FFFA-3E89E8A7BB51}"/>
                </a:ext>
              </a:extLst>
            </p:cNvPr>
            <p:cNvSpPr/>
            <p:nvPr/>
          </p:nvSpPr>
          <p:spPr>
            <a:xfrm>
              <a:off x="9340283" y="4166272"/>
              <a:ext cx="528619"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p>
          </p:txBody>
        </p:sp>
        <p:sp>
          <p:nvSpPr>
            <p:cNvPr id="42" name="文本框 61">
              <a:extLst>
                <a:ext uri="{FF2B5EF4-FFF2-40B4-BE49-F238E27FC236}">
                  <a16:creationId xmlns:a16="http://schemas.microsoft.com/office/drawing/2014/main" id="{8ABCC07E-B70A-AC9C-7D48-AA1B97604388}"/>
                </a:ext>
              </a:extLst>
            </p:cNvPr>
            <p:cNvSpPr txBox="1"/>
            <p:nvPr/>
          </p:nvSpPr>
          <p:spPr>
            <a:xfrm>
              <a:off x="9300642" y="4086906"/>
              <a:ext cx="665966"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-2.13</a:t>
              </a:r>
              <a:endParaRPr lang="zh-CN" altLang="en-US" sz="1400" dirty="0"/>
            </a:p>
          </p:txBody>
        </p:sp>
      </p:grpSp>
      <p:grpSp>
        <p:nvGrpSpPr>
          <p:cNvPr id="2084" name="组合 2083">
            <a:extLst>
              <a:ext uri="{FF2B5EF4-FFF2-40B4-BE49-F238E27FC236}">
                <a16:creationId xmlns:a16="http://schemas.microsoft.com/office/drawing/2014/main" id="{AB2CA341-272B-B65B-8C57-9D015A226ED4}"/>
              </a:ext>
            </a:extLst>
          </p:cNvPr>
          <p:cNvGrpSpPr/>
          <p:nvPr/>
        </p:nvGrpSpPr>
        <p:grpSpPr>
          <a:xfrm>
            <a:off x="9829209" y="4086906"/>
            <a:ext cx="665966" cy="307777"/>
            <a:chOff x="9829209" y="4086906"/>
            <a:chExt cx="665966" cy="307777"/>
          </a:xfrm>
        </p:grpSpPr>
        <p:sp>
          <p:nvSpPr>
            <p:cNvPr id="44" name="矩形 43">
              <a:extLst>
                <a:ext uri="{FF2B5EF4-FFF2-40B4-BE49-F238E27FC236}">
                  <a16:creationId xmlns:a16="http://schemas.microsoft.com/office/drawing/2014/main" id="{A373D18C-331D-E1E5-7B24-7E8F2871FCF3}"/>
                </a:ext>
              </a:extLst>
            </p:cNvPr>
            <p:cNvSpPr/>
            <p:nvPr/>
          </p:nvSpPr>
          <p:spPr>
            <a:xfrm>
              <a:off x="9845272" y="4166272"/>
              <a:ext cx="528619" cy="1251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p>
          </p:txBody>
        </p:sp>
        <p:sp>
          <p:nvSpPr>
            <p:cNvPr id="45" name="文本框 69">
              <a:extLst>
                <a:ext uri="{FF2B5EF4-FFF2-40B4-BE49-F238E27FC236}">
                  <a16:creationId xmlns:a16="http://schemas.microsoft.com/office/drawing/2014/main" id="{8C151A10-6B24-2A49-EF95-CA3CF4C20BA9}"/>
                </a:ext>
              </a:extLst>
            </p:cNvPr>
            <p:cNvSpPr txBox="1"/>
            <p:nvPr/>
          </p:nvSpPr>
          <p:spPr>
            <a:xfrm>
              <a:off x="9829209" y="4086906"/>
              <a:ext cx="665966"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-2.00</a:t>
              </a:r>
              <a:endParaRPr lang="zh-CN" altLang="en-US" sz="1400" dirty="0"/>
            </a:p>
          </p:txBody>
        </p:sp>
      </p:grpSp>
      <p:grpSp>
        <p:nvGrpSpPr>
          <p:cNvPr id="2083" name="组合 2082">
            <a:extLst>
              <a:ext uri="{FF2B5EF4-FFF2-40B4-BE49-F238E27FC236}">
                <a16:creationId xmlns:a16="http://schemas.microsoft.com/office/drawing/2014/main" id="{0C85227D-0327-CE90-63D6-3E379944E18F}"/>
              </a:ext>
            </a:extLst>
          </p:cNvPr>
          <p:cNvGrpSpPr/>
          <p:nvPr/>
        </p:nvGrpSpPr>
        <p:grpSpPr>
          <a:xfrm>
            <a:off x="10356670" y="4090735"/>
            <a:ext cx="665966" cy="307777"/>
            <a:chOff x="10356670" y="4090735"/>
            <a:chExt cx="665966" cy="307777"/>
          </a:xfrm>
        </p:grpSpPr>
        <p:sp>
          <p:nvSpPr>
            <p:cNvPr id="47" name="矩形 46">
              <a:extLst>
                <a:ext uri="{FF2B5EF4-FFF2-40B4-BE49-F238E27FC236}">
                  <a16:creationId xmlns:a16="http://schemas.microsoft.com/office/drawing/2014/main" id="{A45DEC5C-D603-D4FF-7A15-1D5275B99180}"/>
                </a:ext>
              </a:extLst>
            </p:cNvPr>
            <p:cNvSpPr/>
            <p:nvPr/>
          </p:nvSpPr>
          <p:spPr>
            <a:xfrm>
              <a:off x="10412766" y="4153032"/>
              <a:ext cx="528619" cy="1645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p>
          </p:txBody>
        </p:sp>
        <p:sp>
          <p:nvSpPr>
            <p:cNvPr id="48" name="文本框 72">
              <a:extLst>
                <a:ext uri="{FF2B5EF4-FFF2-40B4-BE49-F238E27FC236}">
                  <a16:creationId xmlns:a16="http://schemas.microsoft.com/office/drawing/2014/main" id="{90E81020-5344-F427-A393-01D488AE7F06}"/>
                </a:ext>
              </a:extLst>
            </p:cNvPr>
            <p:cNvSpPr txBox="1"/>
            <p:nvPr/>
          </p:nvSpPr>
          <p:spPr>
            <a:xfrm>
              <a:off x="10356670" y="4090735"/>
              <a:ext cx="665966"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-1.86</a:t>
              </a:r>
              <a:endParaRPr lang="zh-CN" altLang="en-US" sz="1400" dirty="0"/>
            </a:p>
          </p:txBody>
        </p:sp>
      </p:grpSp>
      <p:grpSp>
        <p:nvGrpSpPr>
          <p:cNvPr id="2082" name="组合 2081">
            <a:extLst>
              <a:ext uri="{FF2B5EF4-FFF2-40B4-BE49-F238E27FC236}">
                <a16:creationId xmlns:a16="http://schemas.microsoft.com/office/drawing/2014/main" id="{C3F831E3-AEBE-0032-5EC0-7313854B6582}"/>
              </a:ext>
            </a:extLst>
          </p:cNvPr>
          <p:cNvGrpSpPr/>
          <p:nvPr/>
        </p:nvGrpSpPr>
        <p:grpSpPr>
          <a:xfrm>
            <a:off x="11405253" y="4081395"/>
            <a:ext cx="665966" cy="307777"/>
            <a:chOff x="11405253" y="4081395"/>
            <a:chExt cx="665966" cy="307777"/>
          </a:xfrm>
        </p:grpSpPr>
        <p:sp>
          <p:nvSpPr>
            <p:cNvPr id="50" name="矩形 49">
              <a:extLst>
                <a:ext uri="{FF2B5EF4-FFF2-40B4-BE49-F238E27FC236}">
                  <a16:creationId xmlns:a16="http://schemas.microsoft.com/office/drawing/2014/main" id="{7F84336B-C465-4EA5-39AE-9D4C0F7FC60B}"/>
                </a:ext>
              </a:extLst>
            </p:cNvPr>
            <p:cNvSpPr/>
            <p:nvPr/>
          </p:nvSpPr>
          <p:spPr>
            <a:xfrm>
              <a:off x="11444894" y="4152669"/>
              <a:ext cx="528619"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p>
          </p:txBody>
        </p:sp>
        <p:sp>
          <p:nvSpPr>
            <p:cNvPr id="51" name="文本框 78">
              <a:extLst>
                <a:ext uri="{FF2B5EF4-FFF2-40B4-BE49-F238E27FC236}">
                  <a16:creationId xmlns:a16="http://schemas.microsoft.com/office/drawing/2014/main" id="{3B4D6552-F052-2A4D-EEED-08DC1CAFA82B}"/>
                </a:ext>
              </a:extLst>
            </p:cNvPr>
            <p:cNvSpPr txBox="1"/>
            <p:nvPr/>
          </p:nvSpPr>
          <p:spPr>
            <a:xfrm>
              <a:off x="11405253" y="4081395"/>
              <a:ext cx="665966"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-1.60</a:t>
              </a:r>
              <a:endParaRPr lang="zh-CN" altLang="en-US" sz="1400" dirty="0"/>
            </a:p>
          </p:txBody>
        </p:sp>
      </p:grpSp>
      <p:grpSp>
        <p:nvGrpSpPr>
          <p:cNvPr id="2081" name="组合 2080">
            <a:extLst>
              <a:ext uri="{FF2B5EF4-FFF2-40B4-BE49-F238E27FC236}">
                <a16:creationId xmlns:a16="http://schemas.microsoft.com/office/drawing/2014/main" id="{CD045807-35CB-BEBB-7216-CF9ACDDF51E0}"/>
              </a:ext>
            </a:extLst>
          </p:cNvPr>
          <p:cNvGrpSpPr/>
          <p:nvPr/>
        </p:nvGrpSpPr>
        <p:grpSpPr>
          <a:xfrm>
            <a:off x="10882072" y="4089487"/>
            <a:ext cx="665966" cy="307777"/>
            <a:chOff x="10882072" y="4089487"/>
            <a:chExt cx="665966" cy="307777"/>
          </a:xfrm>
        </p:grpSpPr>
        <p:sp>
          <p:nvSpPr>
            <p:cNvPr id="53" name="矩形 52">
              <a:extLst>
                <a:ext uri="{FF2B5EF4-FFF2-40B4-BE49-F238E27FC236}">
                  <a16:creationId xmlns:a16="http://schemas.microsoft.com/office/drawing/2014/main" id="{C0C8B0A0-F7F7-9958-4776-304654EF0B02}"/>
                </a:ext>
              </a:extLst>
            </p:cNvPr>
            <p:cNvSpPr/>
            <p:nvPr/>
          </p:nvSpPr>
          <p:spPr>
            <a:xfrm>
              <a:off x="10938168" y="4167968"/>
              <a:ext cx="528619" cy="1645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p>
          </p:txBody>
        </p:sp>
        <p:sp>
          <p:nvSpPr>
            <p:cNvPr id="54" name="文本框 72">
              <a:extLst>
                <a:ext uri="{FF2B5EF4-FFF2-40B4-BE49-F238E27FC236}">
                  <a16:creationId xmlns:a16="http://schemas.microsoft.com/office/drawing/2014/main" id="{DC97345E-5D26-19E2-01EC-7D68AA76A754}"/>
                </a:ext>
              </a:extLst>
            </p:cNvPr>
            <p:cNvSpPr txBox="1"/>
            <p:nvPr/>
          </p:nvSpPr>
          <p:spPr>
            <a:xfrm>
              <a:off x="10882072" y="4089487"/>
              <a:ext cx="665966"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-1.73</a:t>
              </a:r>
              <a:endParaRPr lang="zh-CN" altLang="en-US" sz="1400" dirty="0"/>
            </a:p>
          </p:txBody>
        </p:sp>
      </p:grpSp>
      <p:grpSp>
        <p:nvGrpSpPr>
          <p:cNvPr id="2090" name="组合 2089">
            <a:extLst>
              <a:ext uri="{FF2B5EF4-FFF2-40B4-BE49-F238E27FC236}">
                <a16:creationId xmlns:a16="http://schemas.microsoft.com/office/drawing/2014/main" id="{FE674EE1-0A31-5A6E-136B-742F4618D2C4}"/>
              </a:ext>
            </a:extLst>
          </p:cNvPr>
          <p:cNvGrpSpPr/>
          <p:nvPr/>
        </p:nvGrpSpPr>
        <p:grpSpPr>
          <a:xfrm>
            <a:off x="5177672" y="3790430"/>
            <a:ext cx="707245" cy="307777"/>
            <a:chOff x="5177672" y="3790430"/>
            <a:chExt cx="707245" cy="307777"/>
          </a:xfrm>
        </p:grpSpPr>
        <p:sp>
          <p:nvSpPr>
            <p:cNvPr id="56" name="矩形 55">
              <a:extLst>
                <a:ext uri="{FF2B5EF4-FFF2-40B4-BE49-F238E27FC236}">
                  <a16:creationId xmlns:a16="http://schemas.microsoft.com/office/drawing/2014/main" id="{EE3F4E87-3E9C-0C4B-51D9-B16BD3B6A5B4}"/>
                </a:ext>
              </a:extLst>
            </p:cNvPr>
            <p:cNvSpPr/>
            <p:nvPr/>
          </p:nvSpPr>
          <p:spPr>
            <a:xfrm>
              <a:off x="5177672" y="3869796"/>
              <a:ext cx="528619"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p>
          </p:txBody>
        </p:sp>
        <p:sp>
          <p:nvSpPr>
            <p:cNvPr id="57" name="文本框 61">
              <a:extLst>
                <a:ext uri="{FF2B5EF4-FFF2-40B4-BE49-F238E27FC236}">
                  <a16:creationId xmlns:a16="http://schemas.microsoft.com/office/drawing/2014/main" id="{695EF721-5B33-2C6F-C77F-C25BC1B5B071}"/>
                </a:ext>
              </a:extLst>
            </p:cNvPr>
            <p:cNvSpPr txBox="1"/>
            <p:nvPr/>
          </p:nvSpPr>
          <p:spPr>
            <a:xfrm>
              <a:off x="5218951" y="3790430"/>
              <a:ext cx="665966"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-2.13</a:t>
              </a:r>
              <a:endParaRPr lang="zh-CN" altLang="en-US" sz="1400" dirty="0"/>
            </a:p>
          </p:txBody>
        </p:sp>
      </p:grpSp>
      <p:grpSp>
        <p:nvGrpSpPr>
          <p:cNvPr id="2089" name="组合 2088">
            <a:extLst>
              <a:ext uri="{FF2B5EF4-FFF2-40B4-BE49-F238E27FC236}">
                <a16:creationId xmlns:a16="http://schemas.microsoft.com/office/drawing/2014/main" id="{B97D9BBB-F9E6-7075-8B52-34010DB4D562}"/>
              </a:ext>
            </a:extLst>
          </p:cNvPr>
          <p:cNvGrpSpPr/>
          <p:nvPr/>
        </p:nvGrpSpPr>
        <p:grpSpPr>
          <a:xfrm>
            <a:off x="5225218" y="2586047"/>
            <a:ext cx="665966" cy="307777"/>
            <a:chOff x="5225218" y="2586047"/>
            <a:chExt cx="665966" cy="307777"/>
          </a:xfrm>
        </p:grpSpPr>
        <p:sp>
          <p:nvSpPr>
            <p:cNvPr id="2049" name="矩形 2048">
              <a:extLst>
                <a:ext uri="{FF2B5EF4-FFF2-40B4-BE49-F238E27FC236}">
                  <a16:creationId xmlns:a16="http://schemas.microsoft.com/office/drawing/2014/main" id="{25C75BD8-A222-992B-F05A-4EB0532F5FBD}"/>
                </a:ext>
              </a:extLst>
            </p:cNvPr>
            <p:cNvSpPr/>
            <p:nvPr/>
          </p:nvSpPr>
          <p:spPr>
            <a:xfrm>
              <a:off x="5304116" y="2652088"/>
              <a:ext cx="398941"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p>
          </p:txBody>
        </p:sp>
        <p:sp>
          <p:nvSpPr>
            <p:cNvPr id="2051" name="文本框 61">
              <a:extLst>
                <a:ext uri="{FF2B5EF4-FFF2-40B4-BE49-F238E27FC236}">
                  <a16:creationId xmlns:a16="http://schemas.microsoft.com/office/drawing/2014/main" id="{13C04C13-7161-4251-1367-2C579D5D68F6}"/>
                </a:ext>
              </a:extLst>
            </p:cNvPr>
            <p:cNvSpPr txBox="1"/>
            <p:nvPr/>
          </p:nvSpPr>
          <p:spPr>
            <a:xfrm>
              <a:off x="5225218" y="2586047"/>
              <a:ext cx="665966"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-1.73</a:t>
              </a:r>
              <a:endParaRPr lang="zh-CN" altLang="en-US" sz="1400" dirty="0"/>
            </a:p>
          </p:txBody>
        </p:sp>
      </p:grpSp>
      <p:grpSp>
        <p:nvGrpSpPr>
          <p:cNvPr id="2088" name="组合 2087">
            <a:extLst>
              <a:ext uri="{FF2B5EF4-FFF2-40B4-BE49-F238E27FC236}">
                <a16:creationId xmlns:a16="http://schemas.microsoft.com/office/drawing/2014/main" id="{614C4442-1801-3A86-040D-D39C4D10A2A6}"/>
              </a:ext>
            </a:extLst>
          </p:cNvPr>
          <p:cNvGrpSpPr/>
          <p:nvPr/>
        </p:nvGrpSpPr>
        <p:grpSpPr>
          <a:xfrm>
            <a:off x="5224981" y="2174017"/>
            <a:ext cx="665966" cy="307777"/>
            <a:chOff x="5224981" y="2174017"/>
            <a:chExt cx="665966" cy="307777"/>
          </a:xfrm>
        </p:grpSpPr>
        <p:sp>
          <p:nvSpPr>
            <p:cNvPr id="2053" name="矩形 2052">
              <a:extLst>
                <a:ext uri="{FF2B5EF4-FFF2-40B4-BE49-F238E27FC236}">
                  <a16:creationId xmlns:a16="http://schemas.microsoft.com/office/drawing/2014/main" id="{16944D0B-DA59-E50A-A2A1-A17C2C8FA1BD}"/>
                </a:ext>
              </a:extLst>
            </p:cNvPr>
            <p:cNvSpPr/>
            <p:nvPr/>
          </p:nvSpPr>
          <p:spPr>
            <a:xfrm>
              <a:off x="5303879" y="2240058"/>
              <a:ext cx="398941"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p>
          </p:txBody>
        </p:sp>
        <p:sp>
          <p:nvSpPr>
            <p:cNvPr id="2054" name="文本框 61">
              <a:extLst>
                <a:ext uri="{FF2B5EF4-FFF2-40B4-BE49-F238E27FC236}">
                  <a16:creationId xmlns:a16="http://schemas.microsoft.com/office/drawing/2014/main" id="{7A7FE295-9252-936A-24DF-4D16B99AF419}"/>
                </a:ext>
              </a:extLst>
            </p:cNvPr>
            <p:cNvSpPr txBox="1"/>
            <p:nvPr/>
          </p:nvSpPr>
          <p:spPr>
            <a:xfrm>
              <a:off x="5224981" y="2174017"/>
              <a:ext cx="665966"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-1.60</a:t>
              </a:r>
              <a:endParaRPr lang="zh-CN" altLang="en-US" sz="1400" dirty="0"/>
            </a:p>
          </p:txBody>
        </p:sp>
      </p:grpSp>
      <p:grpSp>
        <p:nvGrpSpPr>
          <p:cNvPr id="2087" name="组合 2086">
            <a:extLst>
              <a:ext uri="{FF2B5EF4-FFF2-40B4-BE49-F238E27FC236}">
                <a16:creationId xmlns:a16="http://schemas.microsoft.com/office/drawing/2014/main" id="{77975784-46B0-E657-636B-82FA7647C475}"/>
              </a:ext>
            </a:extLst>
          </p:cNvPr>
          <p:cNvGrpSpPr/>
          <p:nvPr/>
        </p:nvGrpSpPr>
        <p:grpSpPr>
          <a:xfrm>
            <a:off x="5226218" y="2980636"/>
            <a:ext cx="665966" cy="307777"/>
            <a:chOff x="5226218" y="2980636"/>
            <a:chExt cx="665966" cy="307777"/>
          </a:xfrm>
        </p:grpSpPr>
        <p:sp>
          <p:nvSpPr>
            <p:cNvPr id="2056" name="矩形 2055">
              <a:extLst>
                <a:ext uri="{FF2B5EF4-FFF2-40B4-BE49-F238E27FC236}">
                  <a16:creationId xmlns:a16="http://schemas.microsoft.com/office/drawing/2014/main" id="{D96F0EF7-6571-C6BF-A907-C26BD1846B2B}"/>
                </a:ext>
              </a:extLst>
            </p:cNvPr>
            <p:cNvSpPr/>
            <p:nvPr/>
          </p:nvSpPr>
          <p:spPr>
            <a:xfrm>
              <a:off x="5305116" y="3046677"/>
              <a:ext cx="398941"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p>
          </p:txBody>
        </p:sp>
        <p:sp>
          <p:nvSpPr>
            <p:cNvPr id="2057" name="文本框 61">
              <a:extLst>
                <a:ext uri="{FF2B5EF4-FFF2-40B4-BE49-F238E27FC236}">
                  <a16:creationId xmlns:a16="http://schemas.microsoft.com/office/drawing/2014/main" id="{C4603997-6899-293D-60E5-728CFB91DCFE}"/>
                </a:ext>
              </a:extLst>
            </p:cNvPr>
            <p:cNvSpPr txBox="1"/>
            <p:nvPr/>
          </p:nvSpPr>
          <p:spPr>
            <a:xfrm>
              <a:off x="5226218" y="2980636"/>
              <a:ext cx="665966"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-1.86</a:t>
              </a:r>
              <a:endParaRPr lang="zh-CN" altLang="en-US" sz="1400" dirty="0"/>
            </a:p>
          </p:txBody>
        </p:sp>
      </p:grpSp>
      <p:grpSp>
        <p:nvGrpSpPr>
          <p:cNvPr id="2086" name="组合 2085">
            <a:extLst>
              <a:ext uri="{FF2B5EF4-FFF2-40B4-BE49-F238E27FC236}">
                <a16:creationId xmlns:a16="http://schemas.microsoft.com/office/drawing/2014/main" id="{99BA8F28-B9D8-B727-BBD0-995B7101289B}"/>
              </a:ext>
            </a:extLst>
          </p:cNvPr>
          <p:cNvGrpSpPr/>
          <p:nvPr/>
        </p:nvGrpSpPr>
        <p:grpSpPr>
          <a:xfrm>
            <a:off x="5227046" y="3391377"/>
            <a:ext cx="665966" cy="307777"/>
            <a:chOff x="5227046" y="3391377"/>
            <a:chExt cx="665966" cy="307777"/>
          </a:xfrm>
        </p:grpSpPr>
        <p:sp>
          <p:nvSpPr>
            <p:cNvPr id="2059" name="矩形 2058">
              <a:extLst>
                <a:ext uri="{FF2B5EF4-FFF2-40B4-BE49-F238E27FC236}">
                  <a16:creationId xmlns:a16="http://schemas.microsoft.com/office/drawing/2014/main" id="{4B7F1553-42D2-A74D-8ECE-6356DB8597E8}"/>
                </a:ext>
              </a:extLst>
            </p:cNvPr>
            <p:cNvSpPr/>
            <p:nvPr/>
          </p:nvSpPr>
          <p:spPr>
            <a:xfrm>
              <a:off x="5305944" y="3457418"/>
              <a:ext cx="398941"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p>
          </p:txBody>
        </p:sp>
        <p:sp>
          <p:nvSpPr>
            <p:cNvPr id="2060" name="文本框 61">
              <a:extLst>
                <a:ext uri="{FF2B5EF4-FFF2-40B4-BE49-F238E27FC236}">
                  <a16:creationId xmlns:a16="http://schemas.microsoft.com/office/drawing/2014/main" id="{86735318-BEA4-BCBD-07FF-7F212A16F5ED}"/>
                </a:ext>
              </a:extLst>
            </p:cNvPr>
            <p:cNvSpPr txBox="1"/>
            <p:nvPr/>
          </p:nvSpPr>
          <p:spPr>
            <a:xfrm>
              <a:off x="5227046" y="3391377"/>
              <a:ext cx="665966"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-2.00</a:t>
              </a:r>
              <a:endParaRPr lang="zh-CN" altLang="en-US" sz="1400" dirty="0"/>
            </a:p>
          </p:txBody>
        </p:sp>
      </p:grpSp>
      <p:grpSp>
        <p:nvGrpSpPr>
          <p:cNvPr id="2080" name="组合 2079">
            <a:extLst>
              <a:ext uri="{FF2B5EF4-FFF2-40B4-BE49-F238E27FC236}">
                <a16:creationId xmlns:a16="http://schemas.microsoft.com/office/drawing/2014/main" id="{212AF1B3-42F0-5C3E-EE87-AA1B50378FDD}"/>
              </a:ext>
            </a:extLst>
          </p:cNvPr>
          <p:cNvGrpSpPr/>
          <p:nvPr/>
        </p:nvGrpSpPr>
        <p:grpSpPr>
          <a:xfrm>
            <a:off x="8697361" y="3747486"/>
            <a:ext cx="707245" cy="307777"/>
            <a:chOff x="8697361" y="3747486"/>
            <a:chExt cx="707245" cy="307777"/>
          </a:xfrm>
        </p:grpSpPr>
        <p:sp>
          <p:nvSpPr>
            <p:cNvPr id="2062" name="矩形 2061">
              <a:extLst>
                <a:ext uri="{FF2B5EF4-FFF2-40B4-BE49-F238E27FC236}">
                  <a16:creationId xmlns:a16="http://schemas.microsoft.com/office/drawing/2014/main" id="{5755A255-A053-B855-1388-0F4A0491325D}"/>
                </a:ext>
              </a:extLst>
            </p:cNvPr>
            <p:cNvSpPr/>
            <p:nvPr/>
          </p:nvSpPr>
          <p:spPr>
            <a:xfrm>
              <a:off x="8697361" y="3826852"/>
              <a:ext cx="528619"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p>
          </p:txBody>
        </p:sp>
        <p:sp>
          <p:nvSpPr>
            <p:cNvPr id="2063" name="文本框 61">
              <a:extLst>
                <a:ext uri="{FF2B5EF4-FFF2-40B4-BE49-F238E27FC236}">
                  <a16:creationId xmlns:a16="http://schemas.microsoft.com/office/drawing/2014/main" id="{3B6B263F-7498-6656-7A28-1C5BBD042F7C}"/>
                </a:ext>
              </a:extLst>
            </p:cNvPr>
            <p:cNvSpPr txBox="1"/>
            <p:nvPr/>
          </p:nvSpPr>
          <p:spPr>
            <a:xfrm>
              <a:off x="8738640" y="3747486"/>
              <a:ext cx="665966"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-2.13</a:t>
              </a:r>
              <a:endParaRPr lang="zh-CN" altLang="en-US" sz="1400" dirty="0"/>
            </a:p>
          </p:txBody>
        </p:sp>
      </p:grpSp>
      <p:grpSp>
        <p:nvGrpSpPr>
          <p:cNvPr id="2079" name="组合 2078">
            <a:extLst>
              <a:ext uri="{FF2B5EF4-FFF2-40B4-BE49-F238E27FC236}">
                <a16:creationId xmlns:a16="http://schemas.microsoft.com/office/drawing/2014/main" id="{2F984AB0-AA5F-CCDD-D045-1DD5E9C533F5}"/>
              </a:ext>
            </a:extLst>
          </p:cNvPr>
          <p:cNvGrpSpPr/>
          <p:nvPr/>
        </p:nvGrpSpPr>
        <p:grpSpPr>
          <a:xfrm>
            <a:off x="8744907" y="2591655"/>
            <a:ext cx="665966" cy="307777"/>
            <a:chOff x="8744907" y="2591655"/>
            <a:chExt cx="665966" cy="307777"/>
          </a:xfrm>
        </p:grpSpPr>
        <p:sp>
          <p:nvSpPr>
            <p:cNvPr id="2065" name="矩形 2064">
              <a:extLst>
                <a:ext uri="{FF2B5EF4-FFF2-40B4-BE49-F238E27FC236}">
                  <a16:creationId xmlns:a16="http://schemas.microsoft.com/office/drawing/2014/main" id="{D8CECC2D-5D38-C87A-DBE7-62A113D29DF5}"/>
                </a:ext>
              </a:extLst>
            </p:cNvPr>
            <p:cNvSpPr/>
            <p:nvPr/>
          </p:nvSpPr>
          <p:spPr>
            <a:xfrm>
              <a:off x="8823805" y="2657696"/>
              <a:ext cx="398941"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p>
          </p:txBody>
        </p:sp>
        <p:sp>
          <p:nvSpPr>
            <p:cNvPr id="2066" name="文本框 61">
              <a:extLst>
                <a:ext uri="{FF2B5EF4-FFF2-40B4-BE49-F238E27FC236}">
                  <a16:creationId xmlns:a16="http://schemas.microsoft.com/office/drawing/2014/main" id="{5DEBD7EB-E698-C38B-3903-8505EFA0B200}"/>
                </a:ext>
              </a:extLst>
            </p:cNvPr>
            <p:cNvSpPr txBox="1"/>
            <p:nvPr/>
          </p:nvSpPr>
          <p:spPr>
            <a:xfrm>
              <a:off x="8744907" y="2591655"/>
              <a:ext cx="665966"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-1.73</a:t>
              </a:r>
              <a:endParaRPr lang="zh-CN" altLang="en-US" sz="1400" dirty="0"/>
            </a:p>
          </p:txBody>
        </p:sp>
      </p:grpSp>
      <p:grpSp>
        <p:nvGrpSpPr>
          <p:cNvPr id="2078" name="组合 2077">
            <a:extLst>
              <a:ext uri="{FF2B5EF4-FFF2-40B4-BE49-F238E27FC236}">
                <a16:creationId xmlns:a16="http://schemas.microsoft.com/office/drawing/2014/main" id="{0B31B791-C0CD-C973-32B0-90404B1F320D}"/>
              </a:ext>
            </a:extLst>
          </p:cNvPr>
          <p:cNvGrpSpPr/>
          <p:nvPr/>
        </p:nvGrpSpPr>
        <p:grpSpPr>
          <a:xfrm>
            <a:off x="8752762" y="2220085"/>
            <a:ext cx="665966" cy="307777"/>
            <a:chOff x="8752762" y="2220085"/>
            <a:chExt cx="665966" cy="307777"/>
          </a:xfrm>
        </p:grpSpPr>
        <p:sp>
          <p:nvSpPr>
            <p:cNvPr id="2068" name="矩形 2067">
              <a:extLst>
                <a:ext uri="{FF2B5EF4-FFF2-40B4-BE49-F238E27FC236}">
                  <a16:creationId xmlns:a16="http://schemas.microsoft.com/office/drawing/2014/main" id="{FDAA3D9B-B425-DB11-AEF4-E138C376C1E1}"/>
                </a:ext>
              </a:extLst>
            </p:cNvPr>
            <p:cNvSpPr/>
            <p:nvPr/>
          </p:nvSpPr>
          <p:spPr>
            <a:xfrm>
              <a:off x="8831660" y="2286126"/>
              <a:ext cx="398941"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p>
          </p:txBody>
        </p:sp>
        <p:sp>
          <p:nvSpPr>
            <p:cNvPr id="2069" name="文本框 61">
              <a:extLst>
                <a:ext uri="{FF2B5EF4-FFF2-40B4-BE49-F238E27FC236}">
                  <a16:creationId xmlns:a16="http://schemas.microsoft.com/office/drawing/2014/main" id="{DB635389-D930-9C1D-2AF2-E95F9E484682}"/>
                </a:ext>
              </a:extLst>
            </p:cNvPr>
            <p:cNvSpPr txBox="1"/>
            <p:nvPr/>
          </p:nvSpPr>
          <p:spPr>
            <a:xfrm>
              <a:off x="8752762" y="2220085"/>
              <a:ext cx="665966"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-1.60</a:t>
              </a:r>
              <a:endParaRPr lang="zh-CN" altLang="en-US" sz="1400" dirty="0"/>
            </a:p>
          </p:txBody>
        </p:sp>
      </p:grpSp>
      <p:grpSp>
        <p:nvGrpSpPr>
          <p:cNvPr id="2077" name="组合 2076">
            <a:extLst>
              <a:ext uri="{FF2B5EF4-FFF2-40B4-BE49-F238E27FC236}">
                <a16:creationId xmlns:a16="http://schemas.microsoft.com/office/drawing/2014/main" id="{0B8AFD32-8412-DD8D-9B49-A96174ECAE86}"/>
              </a:ext>
            </a:extLst>
          </p:cNvPr>
          <p:cNvGrpSpPr/>
          <p:nvPr/>
        </p:nvGrpSpPr>
        <p:grpSpPr>
          <a:xfrm>
            <a:off x="8745907" y="2978152"/>
            <a:ext cx="665966" cy="307777"/>
            <a:chOff x="8745907" y="2978152"/>
            <a:chExt cx="665966" cy="307777"/>
          </a:xfrm>
        </p:grpSpPr>
        <p:sp>
          <p:nvSpPr>
            <p:cNvPr id="2071" name="矩形 2070">
              <a:extLst>
                <a:ext uri="{FF2B5EF4-FFF2-40B4-BE49-F238E27FC236}">
                  <a16:creationId xmlns:a16="http://schemas.microsoft.com/office/drawing/2014/main" id="{1F369B8C-34F7-D277-6264-99DCEFDCDEE2}"/>
                </a:ext>
              </a:extLst>
            </p:cNvPr>
            <p:cNvSpPr/>
            <p:nvPr/>
          </p:nvSpPr>
          <p:spPr>
            <a:xfrm>
              <a:off x="8824805" y="3044193"/>
              <a:ext cx="398941"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p>
          </p:txBody>
        </p:sp>
        <p:sp>
          <p:nvSpPr>
            <p:cNvPr id="2072" name="文本框 61">
              <a:extLst>
                <a:ext uri="{FF2B5EF4-FFF2-40B4-BE49-F238E27FC236}">
                  <a16:creationId xmlns:a16="http://schemas.microsoft.com/office/drawing/2014/main" id="{57BF9B7C-D5CE-C2A3-8EC3-EF01E2803C87}"/>
                </a:ext>
              </a:extLst>
            </p:cNvPr>
            <p:cNvSpPr txBox="1"/>
            <p:nvPr/>
          </p:nvSpPr>
          <p:spPr>
            <a:xfrm>
              <a:off x="8745907" y="2978152"/>
              <a:ext cx="665966"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-1.86</a:t>
              </a:r>
              <a:endParaRPr lang="zh-CN" altLang="en-US" sz="1400" dirty="0"/>
            </a:p>
          </p:txBody>
        </p:sp>
      </p:grpSp>
      <p:grpSp>
        <p:nvGrpSpPr>
          <p:cNvPr id="2076" name="组合 2075">
            <a:extLst>
              <a:ext uri="{FF2B5EF4-FFF2-40B4-BE49-F238E27FC236}">
                <a16:creationId xmlns:a16="http://schemas.microsoft.com/office/drawing/2014/main" id="{2E64B9D3-3C71-B26F-A3AD-7D97249296CC}"/>
              </a:ext>
            </a:extLst>
          </p:cNvPr>
          <p:cNvGrpSpPr/>
          <p:nvPr/>
        </p:nvGrpSpPr>
        <p:grpSpPr>
          <a:xfrm>
            <a:off x="8738643" y="3372709"/>
            <a:ext cx="665966" cy="307777"/>
            <a:chOff x="8738643" y="3372709"/>
            <a:chExt cx="665966" cy="307777"/>
          </a:xfrm>
        </p:grpSpPr>
        <p:sp>
          <p:nvSpPr>
            <p:cNvPr id="2074" name="矩形 2073">
              <a:extLst>
                <a:ext uri="{FF2B5EF4-FFF2-40B4-BE49-F238E27FC236}">
                  <a16:creationId xmlns:a16="http://schemas.microsoft.com/office/drawing/2014/main" id="{F786325D-B7F4-700C-FE93-7242AC067F03}"/>
                </a:ext>
              </a:extLst>
            </p:cNvPr>
            <p:cNvSpPr/>
            <p:nvPr/>
          </p:nvSpPr>
          <p:spPr>
            <a:xfrm>
              <a:off x="8817541" y="3438750"/>
              <a:ext cx="398941" cy="223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p>
          </p:txBody>
        </p:sp>
        <p:sp>
          <p:nvSpPr>
            <p:cNvPr id="2075" name="文本框 61">
              <a:extLst>
                <a:ext uri="{FF2B5EF4-FFF2-40B4-BE49-F238E27FC236}">
                  <a16:creationId xmlns:a16="http://schemas.microsoft.com/office/drawing/2014/main" id="{4A7DEE62-B75E-9CDA-12A6-466F8649DC4E}"/>
                </a:ext>
              </a:extLst>
            </p:cNvPr>
            <p:cNvSpPr txBox="1"/>
            <p:nvPr/>
          </p:nvSpPr>
          <p:spPr>
            <a:xfrm>
              <a:off x="8738643" y="3372709"/>
              <a:ext cx="665966"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-2.00</a:t>
              </a:r>
              <a:endParaRPr lang="zh-CN" altLang="en-US" sz="1400" dirty="0"/>
            </a:p>
          </p:txBody>
        </p:sp>
      </p:grpSp>
      <p:graphicFrame>
        <p:nvGraphicFramePr>
          <p:cNvPr id="2096" name="表格 2095">
            <a:extLst>
              <a:ext uri="{FF2B5EF4-FFF2-40B4-BE49-F238E27FC236}">
                <a16:creationId xmlns:a16="http://schemas.microsoft.com/office/drawing/2014/main" id="{E37D35A5-3187-9C2D-D965-F7DDD122A78F}"/>
              </a:ext>
            </a:extLst>
          </p:cNvPr>
          <p:cNvGraphicFramePr>
            <a:graphicFrameLocks noGrp="1"/>
          </p:cNvGraphicFramePr>
          <p:nvPr>
            <p:extLst>
              <p:ext uri="{D42A27DB-BD31-4B8C-83A1-F6EECF244321}">
                <p14:modId xmlns:p14="http://schemas.microsoft.com/office/powerpoint/2010/main" val="2293980620"/>
              </p:ext>
            </p:extLst>
          </p:nvPr>
        </p:nvGraphicFramePr>
        <p:xfrm>
          <a:off x="10599249" y="3543454"/>
          <a:ext cx="1509682" cy="497205"/>
        </p:xfrm>
        <a:graphic>
          <a:graphicData uri="http://schemas.openxmlformats.org/drawingml/2006/table">
            <a:tbl>
              <a:tblPr firstRow="1" bandRow="1">
                <a:tableStyleId>{2D5ABB26-0587-4C30-8999-92F81FD0307C}</a:tableStyleId>
              </a:tblPr>
              <a:tblGrid>
                <a:gridCol w="583656">
                  <a:extLst>
                    <a:ext uri="{9D8B030D-6E8A-4147-A177-3AD203B41FA5}">
                      <a16:colId xmlns:a16="http://schemas.microsoft.com/office/drawing/2014/main" val="2074822626"/>
                    </a:ext>
                  </a:extLst>
                </a:gridCol>
                <a:gridCol w="926026">
                  <a:extLst>
                    <a:ext uri="{9D8B030D-6E8A-4147-A177-3AD203B41FA5}">
                      <a16:colId xmlns:a16="http://schemas.microsoft.com/office/drawing/2014/main" val="4042354169"/>
                    </a:ext>
                  </a:extLst>
                </a:gridCol>
              </a:tblGrid>
              <a:tr h="370840">
                <a:tc>
                  <a:txBody>
                    <a:bodyPr/>
                    <a:lstStyle/>
                    <a:p>
                      <a:pPr algn="ctr" rtl="0" fontAlgn="ctr">
                        <a:buNone/>
                      </a:pPr>
                      <a:r>
                        <a:rPr lang="en-HK" sz="1600" b="1" i="0" u="none" strike="noStrike" dirty="0">
                          <a:solidFill>
                            <a:srgbClr val="000000"/>
                          </a:solidFill>
                          <a:effectLst/>
                          <a:latin typeface="Aptos" panose="020B0004020202020204" pitchFamily="34" charset="0"/>
                        </a:rPr>
                        <a:t>R</a:t>
                      </a:r>
                      <a:r>
                        <a:rPr lang="en-HK" sz="1600" b="1" i="0" u="none" strike="noStrike" baseline="30000" dirty="0">
                          <a:solidFill>
                            <a:srgbClr val="000000"/>
                          </a:solidFill>
                          <a:effectLst/>
                          <a:latin typeface="Aptos" panose="020B0004020202020204" pitchFamily="34" charset="0"/>
                        </a:rPr>
                        <a:t>2</a:t>
                      </a:r>
                      <a:r>
                        <a:rPr lang="en-HK" sz="1600" b="1" i="0" u="none" strike="noStrike" dirty="0">
                          <a:solidFill>
                            <a:srgbClr val="000000"/>
                          </a:solidFill>
                          <a:effectLst/>
                          <a:latin typeface="Aptos" panose="020B0004020202020204" pitchFamily="34" charset="0"/>
                        </a:rPr>
                        <a:t> =</a:t>
                      </a:r>
                    </a:p>
                    <a:p>
                      <a:pPr algn="ctr" rtl="0" fontAlgn="ctr">
                        <a:buNone/>
                      </a:pPr>
                      <a:r>
                        <a:rPr lang="en-HK" sz="1600" b="1" i="0" u="none" strike="noStrike" dirty="0">
                          <a:solidFill>
                            <a:srgbClr val="000000"/>
                          </a:solidFill>
                          <a:effectLst/>
                          <a:latin typeface="Aptos" panose="020B0004020202020204" pitchFamily="34" charset="0"/>
                        </a:rPr>
                        <a:t>MSE =</a:t>
                      </a:r>
                    </a:p>
                  </a:txBody>
                  <a:tcPr marL="9525" marR="9525" marT="9525"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HK" altLang="zh-CN" sz="1600" b="0" i="0" u="none" strike="noStrike" dirty="0">
                          <a:solidFill>
                            <a:srgbClr val="000000"/>
                          </a:solidFill>
                          <a:effectLst/>
                          <a:latin typeface="Aptos" panose="020B0004020202020204" pitchFamily="34" charset="0"/>
                        </a:rPr>
                        <a:t>0.948</a:t>
                      </a:r>
                    </a:p>
                    <a:p>
                      <a:pPr marL="0" marR="0" lvl="0" indent="0" algn="ctr" defTabSz="914400" rtl="0" eaLnBrk="1" fontAlgn="ctr" latinLnBrk="0" hangingPunct="1">
                        <a:lnSpc>
                          <a:spcPct val="100000"/>
                        </a:lnSpc>
                        <a:spcBef>
                          <a:spcPts val="0"/>
                        </a:spcBef>
                        <a:spcAft>
                          <a:spcPts val="0"/>
                        </a:spcAft>
                        <a:buClrTx/>
                        <a:buSzTx/>
                        <a:buFontTx/>
                        <a:buNone/>
                        <a:tabLst/>
                        <a:defRPr/>
                      </a:pPr>
                      <a:r>
                        <a:rPr lang="en-HK" altLang="zh-CN" sz="1600" b="0" i="0" u="none" strike="noStrike" dirty="0">
                          <a:solidFill>
                            <a:srgbClr val="000000"/>
                          </a:solidFill>
                          <a:effectLst/>
                          <a:latin typeface="Aptos" panose="020B0004020202020204" pitchFamily="34" charset="0"/>
                        </a:rPr>
                        <a:t>4.12</a:t>
                      </a:r>
                    </a:p>
                  </a:txBody>
                  <a:tcPr marL="9525" marR="9525" marT="9525"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7384470"/>
                  </a:ext>
                </a:extLst>
              </a:tr>
            </a:tbl>
          </a:graphicData>
        </a:graphic>
      </p:graphicFrame>
    </p:spTree>
    <p:extLst>
      <p:ext uri="{BB962C8B-B14F-4D97-AF65-F5344CB8AC3E}">
        <p14:creationId xmlns:p14="http://schemas.microsoft.com/office/powerpoint/2010/main" val="1519533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C0466-0B31-3DEC-49C9-1089B1285CD4}"/>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EBF9C64-8C69-01A3-D5E9-39166E1D9DCD}"/>
              </a:ext>
            </a:extLst>
          </p:cNvPr>
          <p:cNvSpPr>
            <a:spLocks noGrp="1"/>
          </p:cNvSpPr>
          <p:nvPr>
            <p:ph type="sldNum" sz="quarter" idx="12"/>
          </p:nvPr>
        </p:nvSpPr>
        <p:spPr>
          <a:xfrm>
            <a:off x="9355756" y="6374279"/>
            <a:ext cx="2743200" cy="365125"/>
          </a:xfrm>
        </p:spPr>
        <p:txBody>
          <a:bodyPr/>
          <a:lstStyle/>
          <a:p>
            <a:fld id="{5A846D4C-743D-4A62-AF1E-2CABDD37274B}" type="slidenum">
              <a:rPr lang="en-US" smtClean="0"/>
              <a:t>9</a:t>
            </a:fld>
            <a:endParaRPr lang="en-US"/>
          </a:p>
        </p:txBody>
      </p:sp>
      <p:sp>
        <p:nvSpPr>
          <p:cNvPr id="3" name="文本框 2">
            <a:extLst>
              <a:ext uri="{FF2B5EF4-FFF2-40B4-BE49-F238E27FC236}">
                <a16:creationId xmlns:a16="http://schemas.microsoft.com/office/drawing/2014/main" id="{3741CA72-7E52-5F24-A742-CAE179C00EDA}"/>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sz="3200" b="1" kern="1200" dirty="0">
                <a:solidFill>
                  <a:schemeClr val="tx1"/>
                </a:solidFill>
                <a:latin typeface="Segoe UI Black" panose="020B0A02040204020203" pitchFamily="34" charset="0"/>
                <a:ea typeface="Segoe UI Black" panose="020B0A02040204020203" pitchFamily="34" charset="0"/>
                <a:cs typeface="+mj-cs"/>
              </a:rPr>
              <a:t>M</a:t>
            </a:r>
            <a:r>
              <a:rPr lang="en-US" altLang="zh-CN" sz="3200" b="1" kern="1200" dirty="0">
                <a:solidFill>
                  <a:schemeClr val="tx1"/>
                </a:solidFill>
                <a:latin typeface="Segoe UI Black" panose="020B0A02040204020203" pitchFamily="34" charset="0"/>
                <a:ea typeface="Segoe UI Black" panose="020B0A02040204020203" pitchFamily="34" charset="0"/>
                <a:cs typeface="+mj-cs"/>
              </a:rPr>
              <a:t>odel Evaluation for Energy Prediction</a:t>
            </a:r>
          </a:p>
        </p:txBody>
      </p:sp>
      <p:graphicFrame>
        <p:nvGraphicFramePr>
          <p:cNvPr id="14" name="表格 13">
            <a:extLst>
              <a:ext uri="{FF2B5EF4-FFF2-40B4-BE49-F238E27FC236}">
                <a16:creationId xmlns:a16="http://schemas.microsoft.com/office/drawing/2014/main" id="{92053FD9-AC21-D3D0-0428-35613D99CF12}"/>
              </a:ext>
            </a:extLst>
          </p:cNvPr>
          <p:cNvGraphicFramePr>
            <a:graphicFrameLocks noGrp="1"/>
          </p:cNvGraphicFramePr>
          <p:nvPr>
            <p:extLst>
              <p:ext uri="{D42A27DB-BD31-4B8C-83A1-F6EECF244321}">
                <p14:modId xmlns:p14="http://schemas.microsoft.com/office/powerpoint/2010/main" val="1002480022"/>
              </p:ext>
            </p:extLst>
          </p:nvPr>
        </p:nvGraphicFramePr>
        <p:xfrm>
          <a:off x="1367356" y="1539872"/>
          <a:ext cx="9360000" cy="1854200"/>
        </p:xfrm>
        <a:graphic>
          <a:graphicData uri="http://schemas.openxmlformats.org/drawingml/2006/table">
            <a:tbl>
              <a:tblPr firstRow="1" bandRow="1">
                <a:tableStyleId>{2D5ABB26-0587-4C30-8999-92F81FD0307C}</a:tableStyleId>
              </a:tblPr>
              <a:tblGrid>
                <a:gridCol w="1872000">
                  <a:extLst>
                    <a:ext uri="{9D8B030D-6E8A-4147-A177-3AD203B41FA5}">
                      <a16:colId xmlns:a16="http://schemas.microsoft.com/office/drawing/2014/main" val="1796093455"/>
                    </a:ext>
                  </a:extLst>
                </a:gridCol>
                <a:gridCol w="1872000">
                  <a:extLst>
                    <a:ext uri="{9D8B030D-6E8A-4147-A177-3AD203B41FA5}">
                      <a16:colId xmlns:a16="http://schemas.microsoft.com/office/drawing/2014/main" val="140681046"/>
                    </a:ext>
                  </a:extLst>
                </a:gridCol>
                <a:gridCol w="1872000">
                  <a:extLst>
                    <a:ext uri="{9D8B030D-6E8A-4147-A177-3AD203B41FA5}">
                      <a16:colId xmlns:a16="http://schemas.microsoft.com/office/drawing/2014/main" val="16069674"/>
                    </a:ext>
                  </a:extLst>
                </a:gridCol>
                <a:gridCol w="1872000">
                  <a:extLst>
                    <a:ext uri="{9D8B030D-6E8A-4147-A177-3AD203B41FA5}">
                      <a16:colId xmlns:a16="http://schemas.microsoft.com/office/drawing/2014/main" val="3433356290"/>
                    </a:ext>
                  </a:extLst>
                </a:gridCol>
                <a:gridCol w="1872000">
                  <a:extLst>
                    <a:ext uri="{9D8B030D-6E8A-4147-A177-3AD203B41FA5}">
                      <a16:colId xmlns:a16="http://schemas.microsoft.com/office/drawing/2014/main" val="2124688242"/>
                    </a:ext>
                  </a:extLst>
                </a:gridCol>
              </a:tblGrid>
              <a:tr h="370840">
                <a:tc>
                  <a:txBody>
                    <a:bodyPr/>
                    <a:lstStyle/>
                    <a:p>
                      <a:pPr algn="ctr"/>
                      <a:r>
                        <a:rPr lang="en-HK" altLang="zh-CN" dirty="0"/>
                        <a:t>Test set </a:t>
                      </a:r>
                      <a:endParaRPr lang="zh-CN" altLang="en-US" dirty="0"/>
                    </a:p>
                  </a:txBody>
                  <a:tcPr>
                    <a:lnB w="12700" cap="flat" cmpd="sng" algn="ctr">
                      <a:solidFill>
                        <a:schemeClr val="tx1"/>
                      </a:solidFill>
                      <a:prstDash val="solid"/>
                      <a:round/>
                      <a:headEnd type="none" w="med" len="med"/>
                      <a:tailEnd type="none" w="med" len="med"/>
                    </a:lnB>
                  </a:tcPr>
                </a:tc>
                <a:tc>
                  <a:txBody>
                    <a:bodyPr/>
                    <a:lstStyle/>
                    <a:p>
                      <a:pPr algn="ctr"/>
                      <a:r>
                        <a:rPr lang="de-DE" altLang="zh-CN" dirty="0"/>
                        <a:t>Ridge</a:t>
                      </a:r>
                      <a:endParaRPr lang="zh-CN" altLang="en-US" dirty="0"/>
                    </a:p>
                  </a:txBody>
                  <a:tcPr>
                    <a:lnB w="12700" cap="flat" cmpd="sng" algn="ctr">
                      <a:solidFill>
                        <a:schemeClr val="tx1"/>
                      </a:solidFill>
                      <a:prstDash val="solid"/>
                      <a:round/>
                      <a:headEnd type="none" w="med" len="med"/>
                      <a:tailEnd type="none" w="med" len="med"/>
                    </a:lnB>
                  </a:tcPr>
                </a:tc>
                <a:tc>
                  <a:txBody>
                    <a:bodyPr/>
                    <a:lstStyle/>
                    <a:p>
                      <a:pPr algn="ctr"/>
                      <a:r>
                        <a:rPr lang="en-US" altLang="zh-CN" dirty="0"/>
                        <a:t>MLP</a:t>
                      </a:r>
                      <a:endParaRPr lang="zh-CN" altLang="en-US" dirty="0"/>
                    </a:p>
                  </a:txBody>
                  <a:tcPr>
                    <a:lnB w="12700" cap="flat" cmpd="sng" algn="ctr">
                      <a:solidFill>
                        <a:schemeClr val="tx1"/>
                      </a:solidFill>
                      <a:prstDash val="solid"/>
                      <a:round/>
                      <a:headEnd type="none" w="med" len="med"/>
                      <a:tailEnd type="none" w="med" len="med"/>
                    </a:lnB>
                  </a:tcPr>
                </a:tc>
                <a:tc>
                  <a:txBody>
                    <a:bodyPr/>
                    <a:lstStyle/>
                    <a:p>
                      <a:pPr algn="ctr"/>
                      <a:r>
                        <a:rPr lang="de-DE" altLang="zh-CN" dirty="0"/>
                        <a:t>Random Forest</a:t>
                      </a:r>
                      <a:endParaRPr lang="zh-CN" altLang="en-US" dirty="0"/>
                    </a:p>
                  </a:txBody>
                  <a:tcPr>
                    <a:lnB w="12700" cap="flat" cmpd="sng" algn="ctr">
                      <a:solidFill>
                        <a:schemeClr val="tx1"/>
                      </a:solidFill>
                      <a:prstDash val="solid"/>
                      <a:round/>
                      <a:headEnd type="none" w="med" len="med"/>
                      <a:tailEnd type="none" w="med" len="med"/>
                    </a:lnB>
                  </a:tcPr>
                </a:tc>
                <a:tc>
                  <a:txBody>
                    <a:bodyPr/>
                    <a:lstStyle/>
                    <a:p>
                      <a:pPr algn="ctr"/>
                      <a:r>
                        <a:rPr lang="de-DE" altLang="zh-CN" dirty="0"/>
                        <a:t>XGBoost</a:t>
                      </a:r>
                      <a:endParaRPr lang="zh-CN" altLang="en-US"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057049"/>
                  </a:ext>
                </a:extLst>
              </a:tr>
              <a:tr h="370840">
                <a:tc>
                  <a:txBody>
                    <a:bodyPr/>
                    <a:lstStyle/>
                    <a:p>
                      <a:pPr algn="ctr" rtl="0" fontAlgn="ctr">
                        <a:buNone/>
                      </a:pPr>
                      <a:r>
                        <a:rPr lang="en-HK" sz="1600" b="1" i="0" u="none" strike="noStrike">
                          <a:solidFill>
                            <a:srgbClr val="000000"/>
                          </a:solidFill>
                          <a:effectLst/>
                          <a:latin typeface="Aptos" panose="020B0004020202020204" pitchFamily="34" charset="0"/>
                        </a:rPr>
                        <a:t>MAE</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rtl="0" fontAlgn="ctr">
                        <a:buNone/>
                      </a:pPr>
                      <a:r>
                        <a:rPr lang="en-HK" sz="1600" b="0" i="0" u="none" strike="noStrike">
                          <a:solidFill>
                            <a:srgbClr val="000000"/>
                          </a:solidFill>
                          <a:effectLst/>
                          <a:latin typeface="Aptos" panose="020B0004020202020204" pitchFamily="34" charset="0"/>
                        </a:rPr>
                        <a:t>7.74</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rtl="0" fontAlgn="ctr">
                        <a:buNone/>
                      </a:pPr>
                      <a:r>
                        <a:rPr lang="en-HK" sz="1600" b="0" i="0" u="none" strike="noStrike" dirty="0">
                          <a:solidFill>
                            <a:srgbClr val="000000"/>
                          </a:solidFill>
                          <a:effectLst/>
                          <a:latin typeface="Aptos" panose="020B0004020202020204" pitchFamily="34" charset="0"/>
                        </a:rPr>
                        <a:t>5.74</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rtl="0" fontAlgn="ctr">
                        <a:buNone/>
                      </a:pPr>
                      <a:r>
                        <a:rPr lang="en-HK" sz="1600" b="0" i="0" u="none" strike="noStrike">
                          <a:solidFill>
                            <a:srgbClr val="000000"/>
                          </a:solidFill>
                          <a:effectLst/>
                          <a:latin typeface="Aptos" panose="020B0004020202020204" pitchFamily="34" charset="0"/>
                        </a:rPr>
                        <a:t>3.334</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rtl="0" fontAlgn="ctr">
                        <a:buNone/>
                      </a:pPr>
                      <a:r>
                        <a:rPr lang="en-HK" sz="1600" b="0" i="0" u="none" strike="noStrike" dirty="0">
                          <a:solidFill>
                            <a:srgbClr val="000000"/>
                          </a:solidFill>
                          <a:effectLst/>
                          <a:latin typeface="Aptos" panose="020B0004020202020204" pitchFamily="34" charset="0"/>
                        </a:rPr>
                        <a:t>1.678</a:t>
                      </a:r>
                    </a:p>
                  </a:txBody>
                  <a:tcPr marL="9525" marR="9525" marT="9525"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851717449"/>
                  </a:ext>
                </a:extLst>
              </a:tr>
              <a:tr h="370840">
                <a:tc>
                  <a:txBody>
                    <a:bodyPr/>
                    <a:lstStyle/>
                    <a:p>
                      <a:pPr algn="ctr" rtl="0" fontAlgn="ctr">
                        <a:buNone/>
                      </a:pPr>
                      <a:r>
                        <a:rPr lang="en-HK" sz="1600" b="1" i="0" u="none" strike="noStrike" dirty="0">
                          <a:solidFill>
                            <a:srgbClr val="000000"/>
                          </a:solidFill>
                          <a:effectLst/>
                          <a:latin typeface="Aptos" panose="020B0004020202020204" pitchFamily="34" charset="0"/>
                        </a:rPr>
                        <a:t>MSE</a:t>
                      </a:r>
                    </a:p>
                  </a:txBody>
                  <a:tcPr marL="9525" marR="9525" marT="9525" marB="0" anchor="ctr"/>
                </a:tc>
                <a:tc>
                  <a:txBody>
                    <a:bodyPr/>
                    <a:lstStyle/>
                    <a:p>
                      <a:pPr algn="ctr" rtl="0" fontAlgn="ctr">
                        <a:buNone/>
                      </a:pPr>
                      <a:r>
                        <a:rPr lang="en-HK" sz="1600" b="0" i="0" u="none" strike="noStrike" dirty="0">
                          <a:solidFill>
                            <a:srgbClr val="000000"/>
                          </a:solidFill>
                          <a:effectLst/>
                          <a:latin typeface="Aptos" panose="020B0004020202020204" pitchFamily="34" charset="0"/>
                        </a:rPr>
                        <a:t>105.40</a:t>
                      </a:r>
                    </a:p>
                  </a:txBody>
                  <a:tcPr marL="9525" marR="9525" marT="9525" marB="0" anchor="ctr"/>
                </a:tc>
                <a:tc>
                  <a:txBody>
                    <a:bodyPr/>
                    <a:lstStyle/>
                    <a:p>
                      <a:pPr algn="ctr" rtl="0" fontAlgn="ctr">
                        <a:buNone/>
                      </a:pPr>
                      <a:r>
                        <a:rPr lang="en-HK" sz="1600" b="0" i="0" u="none" strike="noStrike" dirty="0">
                          <a:solidFill>
                            <a:srgbClr val="000000"/>
                          </a:solidFill>
                          <a:effectLst/>
                          <a:latin typeface="Aptos" panose="020B0004020202020204" pitchFamily="34" charset="0"/>
                        </a:rPr>
                        <a:t>117</a:t>
                      </a:r>
                    </a:p>
                  </a:txBody>
                  <a:tcPr marL="9525" marR="9525" marT="9525" marB="0" anchor="ctr"/>
                </a:tc>
                <a:tc>
                  <a:txBody>
                    <a:bodyPr/>
                    <a:lstStyle/>
                    <a:p>
                      <a:pPr algn="ctr" rtl="0" fontAlgn="ctr">
                        <a:buNone/>
                      </a:pPr>
                      <a:r>
                        <a:rPr lang="en-HK" sz="1600" b="0" i="0" u="none" strike="noStrike" dirty="0">
                          <a:solidFill>
                            <a:srgbClr val="000000"/>
                          </a:solidFill>
                          <a:effectLst/>
                          <a:latin typeface="Aptos" panose="020B0004020202020204" pitchFamily="34" charset="0"/>
                        </a:rPr>
                        <a:t>29.61</a:t>
                      </a:r>
                    </a:p>
                  </a:txBody>
                  <a:tcPr marL="9525" marR="9525" marT="9525" marB="0" anchor="ctr"/>
                </a:tc>
                <a:tc>
                  <a:txBody>
                    <a:bodyPr/>
                    <a:lstStyle/>
                    <a:p>
                      <a:pPr algn="ctr" rtl="0" fontAlgn="ctr">
                        <a:buNone/>
                      </a:pPr>
                      <a:r>
                        <a:rPr lang="en-HK" sz="1600" b="0" i="0" u="none" strike="noStrike" dirty="0">
                          <a:solidFill>
                            <a:srgbClr val="000000"/>
                          </a:solidFill>
                          <a:effectLst/>
                          <a:latin typeface="Aptos" panose="020B0004020202020204" pitchFamily="34" charset="0"/>
                        </a:rPr>
                        <a:t>4.124</a:t>
                      </a:r>
                    </a:p>
                  </a:txBody>
                  <a:tcPr marL="9525" marR="9525" marT="9525" marB="0" anchor="ctr"/>
                </a:tc>
                <a:extLst>
                  <a:ext uri="{0D108BD9-81ED-4DB2-BD59-A6C34878D82A}">
                    <a16:rowId xmlns:a16="http://schemas.microsoft.com/office/drawing/2014/main" val="3600394308"/>
                  </a:ext>
                </a:extLst>
              </a:tr>
              <a:tr h="370840">
                <a:tc>
                  <a:txBody>
                    <a:bodyPr/>
                    <a:lstStyle/>
                    <a:p>
                      <a:pPr algn="ctr" rtl="0" fontAlgn="ctr">
                        <a:buNone/>
                      </a:pPr>
                      <a:r>
                        <a:rPr lang="en-HK" sz="1600" b="1" i="0" u="none" strike="noStrike">
                          <a:solidFill>
                            <a:srgbClr val="000000"/>
                          </a:solidFill>
                          <a:effectLst/>
                          <a:latin typeface="Aptos" panose="020B0004020202020204" pitchFamily="34" charset="0"/>
                        </a:rPr>
                        <a:t>RMSE</a:t>
                      </a:r>
                    </a:p>
                  </a:txBody>
                  <a:tcPr marL="9525" marR="9525" marT="9525" marB="0" anchor="ctr"/>
                </a:tc>
                <a:tc>
                  <a:txBody>
                    <a:bodyPr/>
                    <a:lstStyle/>
                    <a:p>
                      <a:pPr algn="ctr" rtl="0" fontAlgn="ctr">
                        <a:buNone/>
                      </a:pPr>
                      <a:r>
                        <a:rPr lang="en-HK" sz="1600" b="0" i="0" u="none" strike="noStrike" dirty="0">
                          <a:solidFill>
                            <a:srgbClr val="000000"/>
                          </a:solidFill>
                          <a:effectLst/>
                          <a:latin typeface="Aptos" panose="020B0004020202020204" pitchFamily="34" charset="0"/>
                        </a:rPr>
                        <a:t>10.26</a:t>
                      </a:r>
                    </a:p>
                  </a:txBody>
                  <a:tcPr marL="9525" marR="9525" marT="9525" marB="0" anchor="ctr"/>
                </a:tc>
                <a:tc>
                  <a:txBody>
                    <a:bodyPr/>
                    <a:lstStyle/>
                    <a:p>
                      <a:pPr algn="ctr" rtl="0" fontAlgn="ctr">
                        <a:buNone/>
                      </a:pPr>
                      <a:r>
                        <a:rPr lang="en-HK" sz="1600" b="0" i="0" u="none" strike="noStrike" dirty="0">
                          <a:solidFill>
                            <a:srgbClr val="000000"/>
                          </a:solidFill>
                          <a:effectLst/>
                          <a:latin typeface="Aptos" panose="020B0004020202020204" pitchFamily="34" charset="0"/>
                        </a:rPr>
                        <a:t>10.82</a:t>
                      </a:r>
                    </a:p>
                  </a:txBody>
                  <a:tcPr marL="9525" marR="9525" marT="9525" marB="0" anchor="ctr"/>
                </a:tc>
                <a:tc>
                  <a:txBody>
                    <a:bodyPr/>
                    <a:lstStyle/>
                    <a:p>
                      <a:pPr algn="ctr" rtl="0" fontAlgn="ctr">
                        <a:buNone/>
                      </a:pPr>
                      <a:r>
                        <a:rPr lang="en-HK" sz="1600" b="0" i="0" u="none" strike="noStrike" dirty="0">
                          <a:solidFill>
                            <a:srgbClr val="000000"/>
                          </a:solidFill>
                          <a:effectLst/>
                          <a:latin typeface="Aptos" panose="020B0004020202020204" pitchFamily="34" charset="0"/>
                        </a:rPr>
                        <a:t>5.441</a:t>
                      </a:r>
                    </a:p>
                  </a:txBody>
                  <a:tcPr marL="9525" marR="9525" marT="9525" marB="0" anchor="ctr"/>
                </a:tc>
                <a:tc>
                  <a:txBody>
                    <a:bodyPr/>
                    <a:lstStyle/>
                    <a:p>
                      <a:pPr algn="ctr" rtl="0" fontAlgn="ctr">
                        <a:buNone/>
                      </a:pPr>
                      <a:r>
                        <a:rPr lang="en-HK" sz="1600" b="0" i="0" u="none" strike="noStrike" dirty="0">
                          <a:solidFill>
                            <a:srgbClr val="000000"/>
                          </a:solidFill>
                          <a:effectLst/>
                          <a:latin typeface="Aptos" panose="020B0004020202020204" pitchFamily="34" charset="0"/>
                        </a:rPr>
                        <a:t>2.031</a:t>
                      </a:r>
                    </a:p>
                  </a:txBody>
                  <a:tcPr marL="9525" marR="9525" marT="9525" marB="0" anchor="ctr"/>
                </a:tc>
                <a:extLst>
                  <a:ext uri="{0D108BD9-81ED-4DB2-BD59-A6C34878D82A}">
                    <a16:rowId xmlns:a16="http://schemas.microsoft.com/office/drawing/2014/main" val="990212792"/>
                  </a:ext>
                </a:extLst>
              </a:tr>
              <a:tr h="370840">
                <a:tc>
                  <a:txBody>
                    <a:bodyPr/>
                    <a:lstStyle/>
                    <a:p>
                      <a:pPr algn="ctr" rtl="0" fontAlgn="ctr">
                        <a:buNone/>
                      </a:pPr>
                      <a:r>
                        <a:rPr lang="en-HK" sz="1600" b="1" i="0" u="none" strike="noStrike" dirty="0">
                          <a:solidFill>
                            <a:srgbClr val="000000"/>
                          </a:solidFill>
                          <a:effectLst/>
                          <a:latin typeface="Aptos" panose="020B0004020202020204" pitchFamily="34" charset="0"/>
                        </a:rPr>
                        <a:t>R</a:t>
                      </a:r>
                      <a:r>
                        <a:rPr lang="en-HK" sz="1600" b="1" i="0" u="none" strike="noStrike" baseline="30000" dirty="0">
                          <a:solidFill>
                            <a:srgbClr val="000000"/>
                          </a:solidFill>
                          <a:effectLst/>
                          <a:latin typeface="Aptos" panose="020B0004020202020204" pitchFamily="34" charset="0"/>
                        </a:rPr>
                        <a:t>2</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buNone/>
                      </a:pPr>
                      <a:r>
                        <a:rPr lang="en-HK" sz="1600" b="0" i="0" u="none" strike="noStrike" dirty="0">
                          <a:solidFill>
                            <a:srgbClr val="000000"/>
                          </a:solidFill>
                          <a:effectLst/>
                          <a:latin typeface="Aptos" panose="020B0004020202020204" pitchFamily="34" charset="0"/>
                        </a:rPr>
                        <a:t>0.80</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buNone/>
                      </a:pPr>
                      <a:r>
                        <a:rPr lang="en-HK" sz="1600" b="0" i="0" u="none" strike="noStrike" dirty="0">
                          <a:solidFill>
                            <a:srgbClr val="000000"/>
                          </a:solidFill>
                          <a:effectLst/>
                          <a:latin typeface="Aptos" panose="020B0004020202020204" pitchFamily="34" charset="0"/>
                        </a:rPr>
                        <a:t>0.78</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buNone/>
                      </a:pPr>
                      <a:r>
                        <a:rPr lang="en-HK" sz="1600" b="0" i="0" u="none" strike="noStrike">
                          <a:solidFill>
                            <a:srgbClr val="000000"/>
                          </a:solidFill>
                          <a:effectLst/>
                          <a:latin typeface="Aptos" panose="020B0004020202020204" pitchFamily="34" charset="0"/>
                        </a:rPr>
                        <a:t>0.938</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buNone/>
                      </a:pPr>
                      <a:r>
                        <a:rPr lang="en-HK" sz="1600" b="0" i="0" u="none" strike="noStrike" dirty="0">
                          <a:solidFill>
                            <a:srgbClr val="000000"/>
                          </a:solidFill>
                          <a:effectLst/>
                          <a:latin typeface="Aptos" panose="020B0004020202020204" pitchFamily="34" charset="0"/>
                        </a:rPr>
                        <a:t>0.948</a:t>
                      </a: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4884004"/>
                  </a:ext>
                </a:extLst>
              </a:tr>
            </a:tbl>
          </a:graphicData>
        </a:graphic>
      </p:graphicFrame>
      <p:grpSp>
        <p:nvGrpSpPr>
          <p:cNvPr id="15" name="组合 14">
            <a:extLst>
              <a:ext uri="{FF2B5EF4-FFF2-40B4-BE49-F238E27FC236}">
                <a16:creationId xmlns:a16="http://schemas.microsoft.com/office/drawing/2014/main" id="{1B2108CE-94C1-CDAE-90B8-746B5C855A0A}"/>
              </a:ext>
            </a:extLst>
          </p:cNvPr>
          <p:cNvGrpSpPr/>
          <p:nvPr/>
        </p:nvGrpSpPr>
        <p:grpSpPr>
          <a:xfrm>
            <a:off x="4733349" y="1069296"/>
            <a:ext cx="2756832" cy="377528"/>
            <a:chOff x="2833511" y="6066326"/>
            <a:chExt cx="2756832" cy="377528"/>
          </a:xfrm>
        </p:grpSpPr>
        <p:sp>
          <p:nvSpPr>
            <p:cNvPr id="16" name="矩形 15">
              <a:extLst>
                <a:ext uri="{FF2B5EF4-FFF2-40B4-BE49-F238E27FC236}">
                  <a16:creationId xmlns:a16="http://schemas.microsoft.com/office/drawing/2014/main" id="{882D3EE0-D883-FDCA-654B-7D3656E53E30}"/>
                </a:ext>
              </a:extLst>
            </p:cNvPr>
            <p:cNvSpPr/>
            <p:nvPr/>
          </p:nvSpPr>
          <p:spPr>
            <a:xfrm>
              <a:off x="2833511" y="6066326"/>
              <a:ext cx="2756832" cy="362963"/>
            </a:xfrm>
            <a:prstGeom prst="rect">
              <a:avLst/>
            </a:prstGeom>
            <a:solidFill>
              <a:srgbClr val="003870"/>
            </a:solidFill>
            <a:ln w="9525">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ptos"/>
                <a:ea typeface="等线" panose="02010600030101010101" pitchFamily="2" charset="-122"/>
                <a:cs typeface="+mn-cs"/>
              </a:endParaRPr>
            </a:p>
          </p:txBody>
        </p:sp>
        <p:sp>
          <p:nvSpPr>
            <p:cNvPr id="17" name="文本框 16">
              <a:extLst>
                <a:ext uri="{FF2B5EF4-FFF2-40B4-BE49-F238E27FC236}">
                  <a16:creationId xmlns:a16="http://schemas.microsoft.com/office/drawing/2014/main" id="{C4912617-62EB-E69A-7CE0-27B1CB24D107}"/>
                </a:ext>
              </a:extLst>
            </p:cNvPr>
            <p:cNvSpPr txBox="1"/>
            <p:nvPr/>
          </p:nvSpPr>
          <p:spPr>
            <a:xfrm>
              <a:off x="3128215" y="6074522"/>
              <a:ext cx="226183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Aptos"/>
                  <a:ea typeface="等线" panose="02010600030101010101" pitchFamily="2" charset="-122"/>
                  <a:cs typeface="+mn-cs"/>
                </a:rPr>
                <a:t>Model Comparation</a:t>
              </a:r>
              <a:endParaRPr kumimoji="0" lang="zh-CN" altLang="en-US" sz="1800" b="1" i="0" u="none" strike="noStrike" kern="1200" cap="none" spc="0" normalizeH="0" baseline="0" noProof="0" dirty="0">
                <a:ln>
                  <a:noFill/>
                </a:ln>
                <a:solidFill>
                  <a:prstClr val="white"/>
                </a:solidFill>
                <a:effectLst/>
                <a:uLnTx/>
                <a:uFillTx/>
                <a:latin typeface="Aptos"/>
                <a:ea typeface="等线" panose="02010600030101010101" pitchFamily="2" charset="-122"/>
                <a:cs typeface="+mn-cs"/>
              </a:endParaRPr>
            </a:p>
          </p:txBody>
        </p:sp>
      </p:grpSp>
      <p:sp>
        <p:nvSpPr>
          <p:cNvPr id="19" name="文本框 18">
            <a:extLst>
              <a:ext uri="{FF2B5EF4-FFF2-40B4-BE49-F238E27FC236}">
                <a16:creationId xmlns:a16="http://schemas.microsoft.com/office/drawing/2014/main" id="{7C15474D-D2F2-3FA8-E115-60A0124ABEBF}"/>
              </a:ext>
            </a:extLst>
          </p:cNvPr>
          <p:cNvSpPr txBox="1"/>
          <p:nvPr/>
        </p:nvSpPr>
        <p:spPr>
          <a:xfrm>
            <a:off x="1678310" y="3664058"/>
            <a:ext cx="4239491" cy="2862322"/>
          </a:xfrm>
          <a:prstGeom prst="rect">
            <a:avLst/>
          </a:prstGeom>
          <a:solidFill>
            <a:schemeClr val="bg1">
              <a:lumMod val="95000"/>
            </a:schemeClr>
          </a:solidFill>
          <a:effectLst>
            <a:outerShdw blurRad="50800" dist="38100" dir="2700000" algn="tl"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altLang="zh-CN" sz="1800" b="1"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Summary of Model Recommendations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altLang="zh-CN" sz="1800" b="1"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1. Molecule Design Guidance: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altLang="zh-CN" sz="1800" b="1"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Ridge Regression</a:t>
            </a:r>
            <a:r>
              <a:rPr kumimoji="0" lang="de-DE"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2. High-Accuracy Prediction: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altLang="zh-CN" sz="1800" b="1"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XGBoost</a:t>
            </a:r>
            <a:r>
              <a:rPr kumimoji="0" lang="de-DE"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3. Recommended Approach: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 Hybrid Strategy</a:t>
            </a:r>
            <a:endParaRPr kumimoji="0" lang="de-DE"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23" name="文本框 22">
            <a:extLst>
              <a:ext uri="{FF2B5EF4-FFF2-40B4-BE49-F238E27FC236}">
                <a16:creationId xmlns:a16="http://schemas.microsoft.com/office/drawing/2014/main" id="{CD524B3C-CA3F-BE29-016D-7FD865C4F64B}"/>
              </a:ext>
            </a:extLst>
          </p:cNvPr>
          <p:cNvSpPr txBox="1"/>
          <p:nvPr/>
        </p:nvSpPr>
        <p:spPr>
          <a:xfrm>
            <a:off x="6350458" y="3664380"/>
            <a:ext cx="4240800" cy="2862000"/>
          </a:xfrm>
          <a:prstGeom prst="rect">
            <a:avLst/>
          </a:prstGeom>
          <a:solidFill>
            <a:schemeClr val="tx2">
              <a:lumMod val="10000"/>
              <a:lumOff val="90000"/>
            </a:schemeClr>
          </a:solidFill>
          <a:effectLst>
            <a:outerShdw blurRad="50800" dist="38100" dir="2700000" algn="tl" rotWithShape="0">
              <a:prstClr val="black">
                <a:alpha val="40000"/>
              </a:prstClr>
            </a:outerShdw>
            <a:softEdge rad="0"/>
          </a:effectLst>
        </p:spPr>
        <p:txBody>
          <a:bodyPr wrap="square">
            <a:noAutofit/>
          </a:bodyPr>
          <a:lstStyle/>
          <a:p>
            <a:pPr lvl="0">
              <a:defRPr/>
            </a:pPr>
            <a:r>
              <a:rPr lang="fr-FR" altLang="zh-CN" b="1" dirty="0"/>
              <a:t>Performance</a:t>
            </a:r>
          </a:p>
          <a:p>
            <a:pPr lvl="0">
              <a:defRPr/>
            </a:pPr>
            <a:endParaRPr kumimoji="0" lang="de-DE" altLang="zh-CN" sz="1800" b="1"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1. Enable a Closed-Loop Design Pipeline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2. Achieve High Accuracy and Strong Generalization.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altLang="zh-CN" sz="180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3. Accelerates Discovery.</a:t>
            </a:r>
          </a:p>
        </p:txBody>
      </p:sp>
    </p:spTree>
    <p:extLst>
      <p:ext uri="{BB962C8B-B14F-4D97-AF65-F5344CB8AC3E}">
        <p14:creationId xmlns:p14="http://schemas.microsoft.com/office/powerpoint/2010/main" val="2671783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8FC85-367E-BC6B-68F3-12BD489D5945}"/>
            </a:ext>
          </a:extLst>
        </p:cNvPr>
        <p:cNvGrpSpPr/>
        <p:nvPr/>
      </p:nvGrpSpPr>
      <p:grpSpPr>
        <a:xfrm>
          <a:off x="0" y="0"/>
          <a:ext cx="0" cy="0"/>
          <a:chOff x="0" y="0"/>
          <a:chExt cx="0" cy="0"/>
        </a:xfrm>
      </p:grpSpPr>
      <p:pic>
        <p:nvPicPr>
          <p:cNvPr id="72" name="图片 71" descr="图表, 条形图&#10;&#10;AI 生成的内容可能不正确。">
            <a:extLst>
              <a:ext uri="{FF2B5EF4-FFF2-40B4-BE49-F238E27FC236}">
                <a16:creationId xmlns:a16="http://schemas.microsoft.com/office/drawing/2014/main" id="{1EE79019-D3FC-9575-698E-505C92DE37D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22095" y="1485132"/>
            <a:ext cx="5357336" cy="2511474"/>
          </a:xfrm>
          <a:prstGeom prst="rect">
            <a:avLst/>
          </a:prstGeom>
        </p:spPr>
      </p:pic>
      <p:sp>
        <p:nvSpPr>
          <p:cNvPr id="2" name="灯片编号占位符 1">
            <a:extLst>
              <a:ext uri="{FF2B5EF4-FFF2-40B4-BE49-F238E27FC236}">
                <a16:creationId xmlns:a16="http://schemas.microsoft.com/office/drawing/2014/main" id="{C9B8F884-34AC-DA3F-51D3-35B96B7BE0D1}"/>
              </a:ext>
            </a:extLst>
          </p:cNvPr>
          <p:cNvSpPr>
            <a:spLocks noGrp="1"/>
          </p:cNvSpPr>
          <p:nvPr>
            <p:ph type="sldNum" sz="quarter" idx="12"/>
          </p:nvPr>
        </p:nvSpPr>
        <p:spPr>
          <a:xfrm>
            <a:off x="9355756" y="6374279"/>
            <a:ext cx="2743200" cy="365125"/>
          </a:xfrm>
        </p:spPr>
        <p:txBody>
          <a:bodyPr/>
          <a:lstStyle/>
          <a:p>
            <a:fld id="{5A846D4C-743D-4A62-AF1E-2CABDD37274B}" type="slidenum">
              <a:rPr lang="en-US" smtClean="0"/>
              <a:t>10</a:t>
            </a:fld>
            <a:endParaRPr lang="en-US" dirty="0"/>
          </a:p>
        </p:txBody>
      </p:sp>
      <p:sp>
        <p:nvSpPr>
          <p:cNvPr id="3" name="文本框 2">
            <a:extLst>
              <a:ext uri="{FF2B5EF4-FFF2-40B4-BE49-F238E27FC236}">
                <a16:creationId xmlns:a16="http://schemas.microsoft.com/office/drawing/2014/main" id="{09B23B8C-623B-8AB3-180A-0B6F1787A0B5}"/>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sz="3200" b="1" kern="1200" dirty="0">
                <a:solidFill>
                  <a:schemeClr val="tx1"/>
                </a:solidFill>
                <a:latin typeface="Segoe UI Black" panose="020B0A02040204020203" pitchFamily="34" charset="0"/>
                <a:ea typeface="Segoe UI Black" panose="020B0A02040204020203" pitchFamily="34" charset="0"/>
                <a:cs typeface="+mj-cs"/>
              </a:rPr>
              <a:t>Molecule Feature Contribution</a:t>
            </a:r>
            <a:endParaRPr lang="en-US" altLang="zh-CN" sz="3200" b="1" kern="1200" dirty="0">
              <a:solidFill>
                <a:schemeClr val="tx1"/>
              </a:solidFill>
              <a:latin typeface="Segoe UI Black" panose="020B0A02040204020203" pitchFamily="34" charset="0"/>
              <a:ea typeface="Segoe UI Black" panose="020B0A02040204020203" pitchFamily="34" charset="0"/>
              <a:cs typeface="+mj-cs"/>
            </a:endParaRPr>
          </a:p>
        </p:txBody>
      </p:sp>
      <p:grpSp>
        <p:nvGrpSpPr>
          <p:cNvPr id="20" name="组合 19">
            <a:extLst>
              <a:ext uri="{FF2B5EF4-FFF2-40B4-BE49-F238E27FC236}">
                <a16:creationId xmlns:a16="http://schemas.microsoft.com/office/drawing/2014/main" id="{D9356091-35AA-D0F9-D55F-DF4DE618DCE5}"/>
              </a:ext>
            </a:extLst>
          </p:cNvPr>
          <p:cNvGrpSpPr/>
          <p:nvPr/>
        </p:nvGrpSpPr>
        <p:grpSpPr>
          <a:xfrm>
            <a:off x="1586568" y="1039650"/>
            <a:ext cx="2756832" cy="380216"/>
            <a:chOff x="2833511" y="6066326"/>
            <a:chExt cx="2756832" cy="380216"/>
          </a:xfrm>
        </p:grpSpPr>
        <p:sp>
          <p:nvSpPr>
            <p:cNvPr id="21" name="矩形 20">
              <a:extLst>
                <a:ext uri="{FF2B5EF4-FFF2-40B4-BE49-F238E27FC236}">
                  <a16:creationId xmlns:a16="http://schemas.microsoft.com/office/drawing/2014/main" id="{20D89E63-A54A-D0BB-4398-B598B4ED9E0A}"/>
                </a:ext>
              </a:extLst>
            </p:cNvPr>
            <p:cNvSpPr/>
            <p:nvPr/>
          </p:nvSpPr>
          <p:spPr>
            <a:xfrm>
              <a:off x="2833511" y="6066326"/>
              <a:ext cx="2756832" cy="362963"/>
            </a:xfrm>
            <a:prstGeom prst="rect">
              <a:avLst/>
            </a:prstGeom>
            <a:solidFill>
              <a:srgbClr val="003870"/>
            </a:solidFill>
            <a:ln w="9525">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89F75381-B838-B182-ED8B-9BF9B77B610C}"/>
                </a:ext>
              </a:extLst>
            </p:cNvPr>
            <p:cNvSpPr txBox="1"/>
            <p:nvPr/>
          </p:nvSpPr>
          <p:spPr>
            <a:xfrm>
              <a:off x="3570483" y="6077210"/>
              <a:ext cx="1436612" cy="369332"/>
            </a:xfrm>
            <a:prstGeom prst="rect">
              <a:avLst/>
            </a:prstGeom>
            <a:noFill/>
          </p:spPr>
          <p:txBody>
            <a:bodyPr wrap="none" rtlCol="0">
              <a:spAutoFit/>
            </a:bodyPr>
            <a:lstStyle/>
            <a:p>
              <a:r>
                <a:rPr lang="en-US" altLang="zh-CN" b="1" dirty="0">
                  <a:solidFill>
                    <a:schemeClr val="bg1"/>
                  </a:solidFill>
                </a:rPr>
                <a:t>Model Input</a:t>
              </a:r>
              <a:endParaRPr lang="zh-CN" altLang="en-US" b="1" dirty="0">
                <a:solidFill>
                  <a:schemeClr val="bg1"/>
                </a:solidFill>
              </a:endParaRPr>
            </a:p>
          </p:txBody>
        </p:sp>
      </p:grpSp>
      <p:grpSp>
        <p:nvGrpSpPr>
          <p:cNvPr id="25" name="组合 24">
            <a:extLst>
              <a:ext uri="{FF2B5EF4-FFF2-40B4-BE49-F238E27FC236}">
                <a16:creationId xmlns:a16="http://schemas.microsoft.com/office/drawing/2014/main" id="{EDB52F63-4140-69D2-DFD8-1552A1424AFB}"/>
              </a:ext>
            </a:extLst>
          </p:cNvPr>
          <p:cNvGrpSpPr/>
          <p:nvPr/>
        </p:nvGrpSpPr>
        <p:grpSpPr>
          <a:xfrm>
            <a:off x="7654628" y="1039650"/>
            <a:ext cx="2756832" cy="377528"/>
            <a:chOff x="2833511" y="6066326"/>
            <a:chExt cx="2756832" cy="377528"/>
          </a:xfrm>
        </p:grpSpPr>
        <p:sp>
          <p:nvSpPr>
            <p:cNvPr id="26" name="矩形 25">
              <a:extLst>
                <a:ext uri="{FF2B5EF4-FFF2-40B4-BE49-F238E27FC236}">
                  <a16:creationId xmlns:a16="http://schemas.microsoft.com/office/drawing/2014/main" id="{0B514C8A-2F0E-FB85-2265-8875C8E11462}"/>
                </a:ext>
              </a:extLst>
            </p:cNvPr>
            <p:cNvSpPr/>
            <p:nvPr/>
          </p:nvSpPr>
          <p:spPr>
            <a:xfrm>
              <a:off x="2833511" y="6066326"/>
              <a:ext cx="2756832" cy="362963"/>
            </a:xfrm>
            <a:prstGeom prst="rect">
              <a:avLst/>
            </a:prstGeom>
            <a:solidFill>
              <a:srgbClr val="003870"/>
            </a:solidFill>
            <a:ln w="9525">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3F7A66DA-62C6-FFEB-6B04-FCB4EE5DBF09}"/>
                </a:ext>
              </a:extLst>
            </p:cNvPr>
            <p:cNvSpPr txBox="1"/>
            <p:nvPr/>
          </p:nvSpPr>
          <p:spPr>
            <a:xfrm>
              <a:off x="3128215" y="6074522"/>
              <a:ext cx="2243948" cy="369332"/>
            </a:xfrm>
            <a:prstGeom prst="rect">
              <a:avLst/>
            </a:prstGeom>
            <a:noFill/>
          </p:spPr>
          <p:txBody>
            <a:bodyPr wrap="square" rtlCol="0">
              <a:spAutoFit/>
            </a:bodyPr>
            <a:lstStyle/>
            <a:p>
              <a:r>
                <a:rPr lang="en-US" altLang="zh-CN" b="1" dirty="0">
                  <a:solidFill>
                    <a:schemeClr val="bg1"/>
                  </a:solidFill>
                </a:rPr>
                <a:t>Feature coefficient</a:t>
              </a:r>
              <a:endParaRPr lang="zh-CN" altLang="en-US" b="1" dirty="0">
                <a:solidFill>
                  <a:schemeClr val="bg1"/>
                </a:solidFill>
              </a:endParaRPr>
            </a:p>
          </p:txBody>
        </p:sp>
      </p:grpSp>
      <p:grpSp>
        <p:nvGrpSpPr>
          <p:cNvPr id="70" name="组合 69">
            <a:extLst>
              <a:ext uri="{FF2B5EF4-FFF2-40B4-BE49-F238E27FC236}">
                <a16:creationId xmlns:a16="http://schemas.microsoft.com/office/drawing/2014/main" id="{FC7D1F97-3832-D916-ABFF-C64720AC9580}"/>
              </a:ext>
            </a:extLst>
          </p:cNvPr>
          <p:cNvGrpSpPr/>
          <p:nvPr/>
        </p:nvGrpSpPr>
        <p:grpSpPr>
          <a:xfrm>
            <a:off x="547322" y="1535774"/>
            <a:ext cx="4705423" cy="5088161"/>
            <a:chOff x="547322" y="1535774"/>
            <a:chExt cx="4705423" cy="5088161"/>
          </a:xfrm>
        </p:grpSpPr>
        <p:grpSp>
          <p:nvGrpSpPr>
            <p:cNvPr id="68" name="组合 67">
              <a:extLst>
                <a:ext uri="{FF2B5EF4-FFF2-40B4-BE49-F238E27FC236}">
                  <a16:creationId xmlns:a16="http://schemas.microsoft.com/office/drawing/2014/main" id="{AFD38B5C-3F70-4F08-330F-0E5B50F3AAEB}"/>
                </a:ext>
              </a:extLst>
            </p:cNvPr>
            <p:cNvGrpSpPr/>
            <p:nvPr/>
          </p:nvGrpSpPr>
          <p:grpSpPr>
            <a:xfrm>
              <a:off x="547322" y="1535774"/>
              <a:ext cx="4705423" cy="5088161"/>
              <a:chOff x="689135" y="1535774"/>
              <a:chExt cx="4705423" cy="5088161"/>
            </a:xfrm>
          </p:grpSpPr>
          <p:pic>
            <p:nvPicPr>
              <p:cNvPr id="29" name="图片 28">
                <a:extLst>
                  <a:ext uri="{FF2B5EF4-FFF2-40B4-BE49-F238E27FC236}">
                    <a16:creationId xmlns:a16="http://schemas.microsoft.com/office/drawing/2014/main" id="{A50088A0-9806-AD00-C2F7-2B64471CF094}"/>
                  </a:ext>
                </a:extLst>
              </p:cNvPr>
              <p:cNvPicPr>
                <a:picLocks noChangeAspect="1"/>
              </p:cNvPicPr>
              <p:nvPr/>
            </p:nvPicPr>
            <p:blipFill>
              <a:blip r:embed="rId4"/>
              <a:stretch>
                <a:fillRect/>
              </a:stretch>
            </p:blipFill>
            <p:spPr>
              <a:xfrm>
                <a:off x="689135" y="1535774"/>
                <a:ext cx="4705423" cy="5088161"/>
              </a:xfrm>
              <a:prstGeom prst="rect">
                <a:avLst/>
              </a:prstGeom>
            </p:spPr>
          </p:pic>
          <p:grpSp>
            <p:nvGrpSpPr>
              <p:cNvPr id="32" name="组合 31">
                <a:extLst>
                  <a:ext uri="{FF2B5EF4-FFF2-40B4-BE49-F238E27FC236}">
                    <a16:creationId xmlns:a16="http://schemas.microsoft.com/office/drawing/2014/main" id="{37D92727-88A7-10DA-E236-7A57456ECB80}"/>
                  </a:ext>
                </a:extLst>
              </p:cNvPr>
              <p:cNvGrpSpPr/>
              <p:nvPr/>
            </p:nvGrpSpPr>
            <p:grpSpPr>
              <a:xfrm>
                <a:off x="2327452" y="4300454"/>
                <a:ext cx="524503" cy="509805"/>
                <a:chOff x="5909948" y="6306435"/>
                <a:chExt cx="524503" cy="317500"/>
              </a:xfrm>
            </p:grpSpPr>
            <p:sp>
              <p:nvSpPr>
                <p:cNvPr id="31" name="椭圆 30">
                  <a:extLst>
                    <a:ext uri="{FF2B5EF4-FFF2-40B4-BE49-F238E27FC236}">
                      <a16:creationId xmlns:a16="http://schemas.microsoft.com/office/drawing/2014/main" id="{311C0888-DC42-D617-B2D9-A5C54AB32800}"/>
                    </a:ext>
                  </a:extLst>
                </p:cNvPr>
                <p:cNvSpPr/>
                <p:nvPr/>
              </p:nvSpPr>
              <p:spPr>
                <a:xfrm>
                  <a:off x="5943600" y="6306435"/>
                  <a:ext cx="457200" cy="317500"/>
                </a:xfrm>
                <a:prstGeom prst="ellipse">
                  <a:avLst/>
                </a:prstGeom>
                <a:solidFill>
                  <a:srgbClr val="EE7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30" name="文本框 29">
                  <a:extLst>
                    <a:ext uri="{FF2B5EF4-FFF2-40B4-BE49-F238E27FC236}">
                      <a16:creationId xmlns:a16="http://schemas.microsoft.com/office/drawing/2014/main" id="{3165F5E8-7439-8ACF-5EB5-CD780C7AD07A}"/>
                    </a:ext>
                  </a:extLst>
                </p:cNvPr>
                <p:cNvSpPr txBox="1"/>
                <p:nvPr/>
              </p:nvSpPr>
              <p:spPr>
                <a:xfrm>
                  <a:off x="5909948" y="6369345"/>
                  <a:ext cx="524503" cy="191680"/>
                </a:xfrm>
                <a:prstGeom prst="rect">
                  <a:avLst/>
                </a:prstGeom>
                <a:noFill/>
              </p:spPr>
              <p:txBody>
                <a:bodyPr wrap="none" rtlCol="0">
                  <a:spAutoFit/>
                </a:bodyPr>
                <a:lstStyle/>
                <a:p>
                  <a:r>
                    <a:rPr lang="en-HK" sz="1400" dirty="0">
                      <a:solidFill>
                        <a:schemeClr val="bg1"/>
                      </a:solidFill>
                    </a:rPr>
                    <a:t>MFP</a:t>
                  </a:r>
                </a:p>
              </p:txBody>
            </p:sp>
          </p:grpSp>
          <p:grpSp>
            <p:nvGrpSpPr>
              <p:cNvPr id="33" name="组合 32">
                <a:extLst>
                  <a:ext uri="{FF2B5EF4-FFF2-40B4-BE49-F238E27FC236}">
                    <a16:creationId xmlns:a16="http://schemas.microsoft.com/office/drawing/2014/main" id="{885BB2CA-4519-7DE2-5C6C-50C09D6CFEAB}"/>
                  </a:ext>
                </a:extLst>
              </p:cNvPr>
              <p:cNvGrpSpPr/>
              <p:nvPr/>
            </p:nvGrpSpPr>
            <p:grpSpPr>
              <a:xfrm>
                <a:off x="2805426" y="4203863"/>
                <a:ext cx="524503" cy="408791"/>
                <a:chOff x="5909948" y="6306436"/>
                <a:chExt cx="524503" cy="254590"/>
              </a:xfrm>
            </p:grpSpPr>
            <p:sp>
              <p:nvSpPr>
                <p:cNvPr id="34" name="椭圆 33">
                  <a:extLst>
                    <a:ext uri="{FF2B5EF4-FFF2-40B4-BE49-F238E27FC236}">
                      <a16:creationId xmlns:a16="http://schemas.microsoft.com/office/drawing/2014/main" id="{BDBC415A-8D0A-F854-BE83-BC9838136A87}"/>
                    </a:ext>
                  </a:extLst>
                </p:cNvPr>
                <p:cNvSpPr/>
                <p:nvPr/>
              </p:nvSpPr>
              <p:spPr>
                <a:xfrm>
                  <a:off x="5943600" y="6306436"/>
                  <a:ext cx="457200" cy="254590"/>
                </a:xfrm>
                <a:prstGeom prst="ellipse">
                  <a:avLst/>
                </a:prstGeom>
                <a:solidFill>
                  <a:srgbClr val="EE7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35" name="文本框 34">
                  <a:extLst>
                    <a:ext uri="{FF2B5EF4-FFF2-40B4-BE49-F238E27FC236}">
                      <a16:creationId xmlns:a16="http://schemas.microsoft.com/office/drawing/2014/main" id="{43012263-3611-98BF-0A29-75A035082B97}"/>
                    </a:ext>
                  </a:extLst>
                </p:cNvPr>
                <p:cNvSpPr txBox="1"/>
                <p:nvPr/>
              </p:nvSpPr>
              <p:spPr>
                <a:xfrm>
                  <a:off x="5909948" y="6344640"/>
                  <a:ext cx="524503" cy="191680"/>
                </a:xfrm>
                <a:prstGeom prst="rect">
                  <a:avLst/>
                </a:prstGeom>
                <a:noFill/>
              </p:spPr>
              <p:txBody>
                <a:bodyPr wrap="none" rtlCol="0">
                  <a:spAutoFit/>
                </a:bodyPr>
                <a:lstStyle/>
                <a:p>
                  <a:r>
                    <a:rPr lang="en-HK" sz="1400" dirty="0">
                      <a:solidFill>
                        <a:schemeClr val="bg1"/>
                      </a:solidFill>
                    </a:rPr>
                    <a:t>Ring</a:t>
                  </a:r>
                </a:p>
              </p:txBody>
            </p:sp>
          </p:grpSp>
          <p:grpSp>
            <p:nvGrpSpPr>
              <p:cNvPr id="36" name="组合 35">
                <a:extLst>
                  <a:ext uri="{FF2B5EF4-FFF2-40B4-BE49-F238E27FC236}">
                    <a16:creationId xmlns:a16="http://schemas.microsoft.com/office/drawing/2014/main" id="{B733B343-32AC-30F5-3B99-304ECB59BDF8}"/>
                  </a:ext>
                </a:extLst>
              </p:cNvPr>
              <p:cNvGrpSpPr/>
              <p:nvPr/>
            </p:nvGrpSpPr>
            <p:grpSpPr>
              <a:xfrm>
                <a:off x="3269459" y="4325707"/>
                <a:ext cx="580415" cy="459298"/>
                <a:chOff x="5883130" y="6274981"/>
                <a:chExt cx="580415" cy="286045"/>
              </a:xfrm>
            </p:grpSpPr>
            <p:sp>
              <p:nvSpPr>
                <p:cNvPr id="37" name="椭圆 36">
                  <a:extLst>
                    <a:ext uri="{FF2B5EF4-FFF2-40B4-BE49-F238E27FC236}">
                      <a16:creationId xmlns:a16="http://schemas.microsoft.com/office/drawing/2014/main" id="{13352361-E1CB-6695-FD64-4AB3D5FD93C7}"/>
                    </a:ext>
                  </a:extLst>
                </p:cNvPr>
                <p:cNvSpPr/>
                <p:nvPr/>
              </p:nvSpPr>
              <p:spPr>
                <a:xfrm>
                  <a:off x="5943600" y="6274981"/>
                  <a:ext cx="457200" cy="286045"/>
                </a:xfrm>
                <a:prstGeom prst="ellipse">
                  <a:avLst/>
                </a:prstGeom>
                <a:solidFill>
                  <a:srgbClr val="EE7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38" name="文本框 37">
                  <a:extLst>
                    <a:ext uri="{FF2B5EF4-FFF2-40B4-BE49-F238E27FC236}">
                      <a16:creationId xmlns:a16="http://schemas.microsoft.com/office/drawing/2014/main" id="{2215B05C-9ADF-3805-7D1E-D227660CCE80}"/>
                    </a:ext>
                  </a:extLst>
                </p:cNvPr>
                <p:cNvSpPr txBox="1"/>
                <p:nvPr/>
              </p:nvSpPr>
              <p:spPr>
                <a:xfrm>
                  <a:off x="5883130" y="6326393"/>
                  <a:ext cx="580415" cy="191680"/>
                </a:xfrm>
                <a:prstGeom prst="rect">
                  <a:avLst/>
                </a:prstGeom>
                <a:noFill/>
              </p:spPr>
              <p:txBody>
                <a:bodyPr wrap="none" rtlCol="0">
                  <a:spAutoFit/>
                </a:bodyPr>
                <a:lstStyle/>
                <a:p>
                  <a:r>
                    <a:rPr lang="en-HK" sz="1400" dirty="0" err="1">
                      <a:solidFill>
                        <a:schemeClr val="bg1"/>
                      </a:solidFill>
                    </a:rPr>
                    <a:t>IsoAt</a:t>
                  </a:r>
                  <a:endParaRPr lang="en-HK" sz="1400" dirty="0">
                    <a:solidFill>
                      <a:schemeClr val="bg1"/>
                    </a:solidFill>
                  </a:endParaRPr>
                </a:p>
              </p:txBody>
            </p:sp>
          </p:grpSp>
          <p:grpSp>
            <p:nvGrpSpPr>
              <p:cNvPr id="39" name="组合 38">
                <a:extLst>
                  <a:ext uri="{FF2B5EF4-FFF2-40B4-BE49-F238E27FC236}">
                    <a16:creationId xmlns:a16="http://schemas.microsoft.com/office/drawing/2014/main" id="{90434518-624E-0B59-2076-FE9B264F9B1F}"/>
                  </a:ext>
                </a:extLst>
              </p:cNvPr>
              <p:cNvGrpSpPr/>
              <p:nvPr/>
            </p:nvGrpSpPr>
            <p:grpSpPr>
              <a:xfrm>
                <a:off x="2850346" y="4690637"/>
                <a:ext cx="631135" cy="459298"/>
                <a:chOff x="5854702" y="6274981"/>
                <a:chExt cx="631135" cy="286045"/>
              </a:xfrm>
            </p:grpSpPr>
            <p:sp>
              <p:nvSpPr>
                <p:cNvPr id="40" name="椭圆 39">
                  <a:extLst>
                    <a:ext uri="{FF2B5EF4-FFF2-40B4-BE49-F238E27FC236}">
                      <a16:creationId xmlns:a16="http://schemas.microsoft.com/office/drawing/2014/main" id="{BB3E3382-D0BA-36D9-2094-FA6CE1B9BC94}"/>
                    </a:ext>
                  </a:extLst>
                </p:cNvPr>
                <p:cNvSpPr/>
                <p:nvPr/>
              </p:nvSpPr>
              <p:spPr>
                <a:xfrm>
                  <a:off x="5943600" y="6274981"/>
                  <a:ext cx="457200" cy="286045"/>
                </a:xfrm>
                <a:prstGeom prst="ellipse">
                  <a:avLst/>
                </a:prstGeom>
                <a:solidFill>
                  <a:srgbClr val="EE7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41" name="文本框 40">
                  <a:extLst>
                    <a:ext uri="{FF2B5EF4-FFF2-40B4-BE49-F238E27FC236}">
                      <a16:creationId xmlns:a16="http://schemas.microsoft.com/office/drawing/2014/main" id="{F96E13E7-7994-5532-FA7A-79D1F5FCDE07}"/>
                    </a:ext>
                  </a:extLst>
                </p:cNvPr>
                <p:cNvSpPr txBox="1"/>
                <p:nvPr/>
              </p:nvSpPr>
              <p:spPr>
                <a:xfrm>
                  <a:off x="5854702" y="6323442"/>
                  <a:ext cx="631135" cy="191680"/>
                </a:xfrm>
                <a:prstGeom prst="rect">
                  <a:avLst/>
                </a:prstGeom>
                <a:noFill/>
              </p:spPr>
              <p:txBody>
                <a:bodyPr wrap="none" rtlCol="0">
                  <a:spAutoFit/>
                </a:bodyPr>
                <a:lstStyle/>
                <a:p>
                  <a:r>
                    <a:rPr lang="en-HK" sz="1400" dirty="0">
                      <a:solidFill>
                        <a:schemeClr val="bg1"/>
                      </a:solidFill>
                    </a:rPr>
                    <a:t>Coval</a:t>
                  </a:r>
                </a:p>
              </p:txBody>
            </p:sp>
          </p:grpSp>
          <p:grpSp>
            <p:nvGrpSpPr>
              <p:cNvPr id="46" name="组合 45">
                <a:extLst>
                  <a:ext uri="{FF2B5EF4-FFF2-40B4-BE49-F238E27FC236}">
                    <a16:creationId xmlns:a16="http://schemas.microsoft.com/office/drawing/2014/main" id="{55A9DC74-02E4-20EB-B36D-BB4BFE72156E}"/>
                  </a:ext>
                </a:extLst>
              </p:cNvPr>
              <p:cNvGrpSpPr/>
              <p:nvPr/>
            </p:nvGrpSpPr>
            <p:grpSpPr>
              <a:xfrm rot="20450655">
                <a:off x="1573388" y="2156863"/>
                <a:ext cx="623889" cy="307777"/>
                <a:chOff x="2455019" y="2245560"/>
                <a:chExt cx="701929" cy="307777"/>
              </a:xfrm>
            </p:grpSpPr>
            <p:sp>
              <p:nvSpPr>
                <p:cNvPr id="45" name="矩形 44">
                  <a:extLst>
                    <a:ext uri="{FF2B5EF4-FFF2-40B4-BE49-F238E27FC236}">
                      <a16:creationId xmlns:a16="http://schemas.microsoft.com/office/drawing/2014/main" id="{5EAE0812-FABE-4CA2-0BFE-B618F4750922}"/>
                    </a:ext>
                  </a:extLst>
                </p:cNvPr>
                <p:cNvSpPr/>
                <p:nvPr/>
              </p:nvSpPr>
              <p:spPr>
                <a:xfrm>
                  <a:off x="2473143" y="2289173"/>
                  <a:ext cx="625393" cy="197605"/>
                </a:xfrm>
                <a:prstGeom prst="rect">
                  <a:avLst/>
                </a:prstGeom>
                <a:solidFill>
                  <a:srgbClr val="4770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44" name="文本框 43">
                  <a:extLst>
                    <a:ext uri="{FF2B5EF4-FFF2-40B4-BE49-F238E27FC236}">
                      <a16:creationId xmlns:a16="http://schemas.microsoft.com/office/drawing/2014/main" id="{07AA4FE4-1A89-A25E-3B6E-45FD7E272FCE}"/>
                    </a:ext>
                  </a:extLst>
                </p:cNvPr>
                <p:cNvSpPr txBox="1"/>
                <p:nvPr/>
              </p:nvSpPr>
              <p:spPr>
                <a:xfrm>
                  <a:off x="2455019" y="2245560"/>
                  <a:ext cx="701929" cy="307777"/>
                </a:xfrm>
                <a:prstGeom prst="rect">
                  <a:avLst/>
                </a:prstGeom>
                <a:noFill/>
              </p:spPr>
              <p:txBody>
                <a:bodyPr wrap="none" rtlCol="0">
                  <a:spAutoFit/>
                </a:bodyPr>
                <a:lstStyle/>
                <a:p>
                  <a:r>
                    <a:rPr lang="en-HK" sz="1400" dirty="0">
                      <a:solidFill>
                        <a:schemeClr val="bg1"/>
                      </a:solidFill>
                    </a:rPr>
                    <a:t>Mono</a:t>
                  </a:r>
                </a:p>
              </p:txBody>
            </p:sp>
          </p:grpSp>
          <p:grpSp>
            <p:nvGrpSpPr>
              <p:cNvPr id="47" name="组合 46">
                <a:extLst>
                  <a:ext uri="{FF2B5EF4-FFF2-40B4-BE49-F238E27FC236}">
                    <a16:creationId xmlns:a16="http://schemas.microsoft.com/office/drawing/2014/main" id="{C2E15935-CCE4-DB01-D007-8E5E9CA53D7F}"/>
                  </a:ext>
                </a:extLst>
              </p:cNvPr>
              <p:cNvGrpSpPr/>
              <p:nvPr/>
            </p:nvGrpSpPr>
            <p:grpSpPr>
              <a:xfrm>
                <a:off x="2534901" y="2039831"/>
                <a:ext cx="663964" cy="307777"/>
                <a:chOff x="2439026" y="2245560"/>
                <a:chExt cx="747017" cy="307777"/>
              </a:xfrm>
            </p:grpSpPr>
            <p:sp>
              <p:nvSpPr>
                <p:cNvPr id="48" name="矩形 47">
                  <a:extLst>
                    <a:ext uri="{FF2B5EF4-FFF2-40B4-BE49-F238E27FC236}">
                      <a16:creationId xmlns:a16="http://schemas.microsoft.com/office/drawing/2014/main" id="{B7C81DCD-C888-F98F-CCF1-70E4E5290E68}"/>
                    </a:ext>
                  </a:extLst>
                </p:cNvPr>
                <p:cNvSpPr/>
                <p:nvPr/>
              </p:nvSpPr>
              <p:spPr>
                <a:xfrm>
                  <a:off x="2473143" y="2289173"/>
                  <a:ext cx="625393" cy="197605"/>
                </a:xfrm>
                <a:prstGeom prst="rect">
                  <a:avLst/>
                </a:prstGeom>
                <a:solidFill>
                  <a:srgbClr val="4770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49" name="文本框 48">
                  <a:extLst>
                    <a:ext uri="{FF2B5EF4-FFF2-40B4-BE49-F238E27FC236}">
                      <a16:creationId xmlns:a16="http://schemas.microsoft.com/office/drawing/2014/main" id="{C781546C-F133-A716-4BE7-46F7A345CC6E}"/>
                    </a:ext>
                  </a:extLst>
                </p:cNvPr>
                <p:cNvSpPr txBox="1"/>
                <p:nvPr/>
              </p:nvSpPr>
              <p:spPr>
                <a:xfrm>
                  <a:off x="2439026" y="2245560"/>
                  <a:ext cx="747017" cy="307777"/>
                </a:xfrm>
                <a:prstGeom prst="rect">
                  <a:avLst/>
                </a:prstGeom>
                <a:noFill/>
              </p:spPr>
              <p:txBody>
                <a:bodyPr wrap="none" rtlCol="0">
                  <a:spAutoFit/>
                </a:bodyPr>
                <a:lstStyle/>
                <a:p>
                  <a:r>
                    <a:rPr lang="en-HK" sz="1400" dirty="0">
                      <a:solidFill>
                        <a:schemeClr val="bg1"/>
                      </a:solidFill>
                    </a:rPr>
                    <a:t>Comp</a:t>
                  </a:r>
                </a:p>
              </p:txBody>
            </p:sp>
          </p:grpSp>
          <p:grpSp>
            <p:nvGrpSpPr>
              <p:cNvPr id="50" name="组合 49">
                <a:extLst>
                  <a:ext uri="{FF2B5EF4-FFF2-40B4-BE49-F238E27FC236}">
                    <a16:creationId xmlns:a16="http://schemas.microsoft.com/office/drawing/2014/main" id="{A9E08F00-0BC1-6D71-9030-0825DDBF72FC}"/>
                  </a:ext>
                </a:extLst>
              </p:cNvPr>
              <p:cNvGrpSpPr/>
              <p:nvPr/>
            </p:nvGrpSpPr>
            <p:grpSpPr>
              <a:xfrm rot="20494459">
                <a:off x="3234013" y="2182549"/>
                <a:ext cx="809004" cy="307777"/>
                <a:chOff x="2430828" y="2243563"/>
                <a:chExt cx="763414" cy="311772"/>
              </a:xfrm>
            </p:grpSpPr>
            <p:sp>
              <p:nvSpPr>
                <p:cNvPr id="51" name="矩形 50">
                  <a:extLst>
                    <a:ext uri="{FF2B5EF4-FFF2-40B4-BE49-F238E27FC236}">
                      <a16:creationId xmlns:a16="http://schemas.microsoft.com/office/drawing/2014/main" id="{DEBFB25B-8FAC-C2D0-BDCA-8DF9FFD6A8E9}"/>
                    </a:ext>
                  </a:extLst>
                </p:cNvPr>
                <p:cNvSpPr/>
                <p:nvPr/>
              </p:nvSpPr>
              <p:spPr>
                <a:xfrm>
                  <a:off x="2473143" y="2289173"/>
                  <a:ext cx="625393" cy="197605"/>
                </a:xfrm>
                <a:prstGeom prst="rect">
                  <a:avLst/>
                </a:prstGeom>
                <a:solidFill>
                  <a:srgbClr val="4770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52" name="文本框 51">
                  <a:extLst>
                    <a:ext uri="{FF2B5EF4-FFF2-40B4-BE49-F238E27FC236}">
                      <a16:creationId xmlns:a16="http://schemas.microsoft.com/office/drawing/2014/main" id="{79B4D9A7-1EDF-D23C-7E38-D1053AE3F4A0}"/>
                    </a:ext>
                  </a:extLst>
                </p:cNvPr>
                <p:cNvSpPr txBox="1"/>
                <p:nvPr/>
              </p:nvSpPr>
              <p:spPr>
                <a:xfrm>
                  <a:off x="2430828" y="2243563"/>
                  <a:ext cx="763414" cy="311772"/>
                </a:xfrm>
                <a:prstGeom prst="rect">
                  <a:avLst/>
                </a:prstGeom>
                <a:noFill/>
              </p:spPr>
              <p:txBody>
                <a:bodyPr wrap="none" rtlCol="0">
                  <a:spAutoFit/>
                </a:bodyPr>
                <a:lstStyle/>
                <a:p>
                  <a:r>
                    <a:rPr lang="en-HK" sz="1400" dirty="0" err="1">
                      <a:solidFill>
                        <a:schemeClr val="bg1"/>
                      </a:solidFill>
                    </a:rPr>
                    <a:t>aro_ring</a:t>
                  </a:r>
                  <a:endParaRPr lang="en-HK" sz="1400" dirty="0">
                    <a:solidFill>
                      <a:schemeClr val="bg1"/>
                    </a:solidFill>
                  </a:endParaRPr>
                </a:p>
              </p:txBody>
            </p:sp>
          </p:grpSp>
          <p:grpSp>
            <p:nvGrpSpPr>
              <p:cNvPr id="53" name="组合 52">
                <a:extLst>
                  <a:ext uri="{FF2B5EF4-FFF2-40B4-BE49-F238E27FC236}">
                    <a16:creationId xmlns:a16="http://schemas.microsoft.com/office/drawing/2014/main" id="{37F8B818-8EC0-5B3F-5AEE-7FE92CE62E70}"/>
                  </a:ext>
                </a:extLst>
              </p:cNvPr>
              <p:cNvGrpSpPr/>
              <p:nvPr/>
            </p:nvGrpSpPr>
            <p:grpSpPr>
              <a:xfrm rot="3141029">
                <a:off x="4060314" y="2392472"/>
                <a:ext cx="1042145" cy="307777"/>
                <a:chOff x="2384472" y="2243563"/>
                <a:chExt cx="856126" cy="311772"/>
              </a:xfrm>
            </p:grpSpPr>
            <p:sp>
              <p:nvSpPr>
                <p:cNvPr id="54" name="矩形 53">
                  <a:extLst>
                    <a:ext uri="{FF2B5EF4-FFF2-40B4-BE49-F238E27FC236}">
                      <a16:creationId xmlns:a16="http://schemas.microsoft.com/office/drawing/2014/main" id="{B74B48DB-DD59-E8BE-BF6D-ED9D58EB7917}"/>
                    </a:ext>
                  </a:extLst>
                </p:cNvPr>
                <p:cNvSpPr/>
                <p:nvPr/>
              </p:nvSpPr>
              <p:spPr>
                <a:xfrm>
                  <a:off x="2473143" y="2289173"/>
                  <a:ext cx="625393" cy="197605"/>
                </a:xfrm>
                <a:prstGeom prst="rect">
                  <a:avLst/>
                </a:prstGeom>
                <a:solidFill>
                  <a:srgbClr val="4770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55" name="文本框 54">
                  <a:extLst>
                    <a:ext uri="{FF2B5EF4-FFF2-40B4-BE49-F238E27FC236}">
                      <a16:creationId xmlns:a16="http://schemas.microsoft.com/office/drawing/2014/main" id="{3C79D247-A702-1824-279C-82DD71F6D96F}"/>
                    </a:ext>
                  </a:extLst>
                </p:cNvPr>
                <p:cNvSpPr txBox="1"/>
                <p:nvPr/>
              </p:nvSpPr>
              <p:spPr>
                <a:xfrm>
                  <a:off x="2384472" y="2243563"/>
                  <a:ext cx="856126" cy="311772"/>
                </a:xfrm>
                <a:prstGeom prst="rect">
                  <a:avLst/>
                </a:prstGeom>
                <a:noFill/>
              </p:spPr>
              <p:txBody>
                <a:bodyPr wrap="none" rtlCol="0">
                  <a:spAutoFit/>
                </a:bodyPr>
                <a:lstStyle/>
                <a:p>
                  <a:r>
                    <a:rPr lang="en-HK" sz="1400" dirty="0" err="1">
                      <a:solidFill>
                        <a:schemeClr val="bg1"/>
                      </a:solidFill>
                    </a:rPr>
                    <a:t>heav</a:t>
                  </a:r>
                  <a:r>
                    <a:rPr lang="en-US" altLang="zh-CN" sz="1400" dirty="0">
                      <a:solidFill>
                        <a:schemeClr val="bg1"/>
                      </a:solidFill>
                    </a:rPr>
                    <a:t>y</a:t>
                  </a:r>
                  <a:r>
                    <a:rPr lang="en-HK" sz="1400" dirty="0">
                      <a:solidFill>
                        <a:schemeClr val="bg1"/>
                      </a:solidFill>
                    </a:rPr>
                    <a:t>atom</a:t>
                  </a:r>
                </a:p>
              </p:txBody>
            </p:sp>
          </p:grpSp>
          <p:grpSp>
            <p:nvGrpSpPr>
              <p:cNvPr id="56" name="组合 55">
                <a:extLst>
                  <a:ext uri="{FF2B5EF4-FFF2-40B4-BE49-F238E27FC236}">
                    <a16:creationId xmlns:a16="http://schemas.microsoft.com/office/drawing/2014/main" id="{394E35E7-3A78-8DD0-75C6-136CE71B4C97}"/>
                  </a:ext>
                </a:extLst>
              </p:cNvPr>
              <p:cNvGrpSpPr/>
              <p:nvPr/>
            </p:nvGrpSpPr>
            <p:grpSpPr>
              <a:xfrm>
                <a:off x="3527822" y="3857177"/>
                <a:ext cx="611065" cy="509805"/>
                <a:chOff x="5881520" y="6306435"/>
                <a:chExt cx="611065" cy="317500"/>
              </a:xfrm>
            </p:grpSpPr>
            <p:sp>
              <p:nvSpPr>
                <p:cNvPr id="57" name="椭圆 56">
                  <a:extLst>
                    <a:ext uri="{FF2B5EF4-FFF2-40B4-BE49-F238E27FC236}">
                      <a16:creationId xmlns:a16="http://schemas.microsoft.com/office/drawing/2014/main" id="{77663FA6-D734-0957-250F-4C6B15103266}"/>
                    </a:ext>
                  </a:extLst>
                </p:cNvPr>
                <p:cNvSpPr/>
                <p:nvPr/>
              </p:nvSpPr>
              <p:spPr>
                <a:xfrm>
                  <a:off x="5943600" y="6306435"/>
                  <a:ext cx="457200" cy="317500"/>
                </a:xfrm>
                <a:prstGeom prst="ellipse">
                  <a:avLst/>
                </a:prstGeom>
                <a:solidFill>
                  <a:srgbClr val="EE7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58" name="文本框 57">
                  <a:extLst>
                    <a:ext uri="{FF2B5EF4-FFF2-40B4-BE49-F238E27FC236}">
                      <a16:creationId xmlns:a16="http://schemas.microsoft.com/office/drawing/2014/main" id="{A944B2E9-842A-F8B5-34CC-ED9443BC5423}"/>
                    </a:ext>
                  </a:extLst>
                </p:cNvPr>
                <p:cNvSpPr txBox="1"/>
                <p:nvPr/>
              </p:nvSpPr>
              <p:spPr>
                <a:xfrm>
                  <a:off x="5881520" y="6369345"/>
                  <a:ext cx="611065" cy="191680"/>
                </a:xfrm>
                <a:prstGeom prst="rect">
                  <a:avLst/>
                </a:prstGeom>
                <a:noFill/>
              </p:spPr>
              <p:txBody>
                <a:bodyPr wrap="none" rtlCol="0">
                  <a:spAutoFit/>
                </a:bodyPr>
                <a:lstStyle/>
                <a:p>
                  <a:r>
                    <a:rPr lang="en-HK" sz="1400" dirty="0" err="1">
                      <a:solidFill>
                        <a:schemeClr val="bg1"/>
                      </a:solidFill>
                    </a:rPr>
                    <a:t>Tauto</a:t>
                  </a:r>
                  <a:endParaRPr lang="en-HK" sz="1400" dirty="0">
                    <a:solidFill>
                      <a:schemeClr val="bg1"/>
                    </a:solidFill>
                  </a:endParaRPr>
                </a:p>
              </p:txBody>
            </p:sp>
          </p:grpSp>
          <p:grpSp>
            <p:nvGrpSpPr>
              <p:cNvPr id="59" name="组合 58">
                <a:extLst>
                  <a:ext uri="{FF2B5EF4-FFF2-40B4-BE49-F238E27FC236}">
                    <a16:creationId xmlns:a16="http://schemas.microsoft.com/office/drawing/2014/main" id="{F36E63FC-7C86-3BE0-5D66-4172136C0462}"/>
                  </a:ext>
                </a:extLst>
              </p:cNvPr>
              <p:cNvGrpSpPr/>
              <p:nvPr/>
            </p:nvGrpSpPr>
            <p:grpSpPr>
              <a:xfrm rot="20534874">
                <a:off x="2546096" y="3709462"/>
                <a:ext cx="696491" cy="408791"/>
                <a:chOff x="5909948" y="6306436"/>
                <a:chExt cx="524503" cy="254590"/>
              </a:xfrm>
            </p:grpSpPr>
            <p:sp>
              <p:nvSpPr>
                <p:cNvPr id="60" name="椭圆 59">
                  <a:extLst>
                    <a:ext uri="{FF2B5EF4-FFF2-40B4-BE49-F238E27FC236}">
                      <a16:creationId xmlns:a16="http://schemas.microsoft.com/office/drawing/2014/main" id="{00A9E0A0-106E-710A-C97D-95AE8BF56DC2}"/>
                    </a:ext>
                  </a:extLst>
                </p:cNvPr>
                <p:cNvSpPr/>
                <p:nvPr/>
              </p:nvSpPr>
              <p:spPr>
                <a:xfrm>
                  <a:off x="5943600" y="6306436"/>
                  <a:ext cx="457200" cy="254590"/>
                </a:xfrm>
                <a:prstGeom prst="ellipse">
                  <a:avLst/>
                </a:prstGeom>
                <a:solidFill>
                  <a:srgbClr val="EE7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61" name="文本框 60">
                  <a:extLst>
                    <a:ext uri="{FF2B5EF4-FFF2-40B4-BE49-F238E27FC236}">
                      <a16:creationId xmlns:a16="http://schemas.microsoft.com/office/drawing/2014/main" id="{0DFB287D-1640-7ECC-2EDB-D64B17C6096A}"/>
                    </a:ext>
                  </a:extLst>
                </p:cNvPr>
                <p:cNvSpPr txBox="1"/>
                <p:nvPr/>
              </p:nvSpPr>
              <p:spPr>
                <a:xfrm>
                  <a:off x="5909948" y="6344640"/>
                  <a:ext cx="524503" cy="191680"/>
                </a:xfrm>
                <a:prstGeom prst="rect">
                  <a:avLst/>
                </a:prstGeom>
                <a:noFill/>
              </p:spPr>
              <p:txBody>
                <a:bodyPr wrap="none" rtlCol="0">
                  <a:spAutoFit/>
                </a:bodyPr>
                <a:lstStyle/>
                <a:p>
                  <a:r>
                    <a:rPr lang="en-HK" sz="1400" dirty="0" err="1">
                      <a:solidFill>
                        <a:schemeClr val="bg1"/>
                      </a:solidFill>
                    </a:rPr>
                    <a:t>HAcpt</a:t>
                  </a:r>
                  <a:endParaRPr lang="en-HK" sz="1400" dirty="0">
                    <a:solidFill>
                      <a:schemeClr val="bg1"/>
                    </a:solidFill>
                  </a:endParaRPr>
                </a:p>
              </p:txBody>
            </p:sp>
          </p:grpSp>
          <p:grpSp>
            <p:nvGrpSpPr>
              <p:cNvPr id="62" name="组合 61">
                <a:extLst>
                  <a:ext uri="{FF2B5EF4-FFF2-40B4-BE49-F238E27FC236}">
                    <a16:creationId xmlns:a16="http://schemas.microsoft.com/office/drawing/2014/main" id="{7769471B-479C-7096-366E-B2BCDD12D3C0}"/>
                  </a:ext>
                </a:extLst>
              </p:cNvPr>
              <p:cNvGrpSpPr/>
              <p:nvPr/>
            </p:nvGrpSpPr>
            <p:grpSpPr>
              <a:xfrm rot="3159092">
                <a:off x="1882872" y="3775099"/>
                <a:ext cx="696491" cy="408791"/>
                <a:chOff x="5909948" y="6306436"/>
                <a:chExt cx="524503" cy="254590"/>
              </a:xfrm>
            </p:grpSpPr>
            <p:sp>
              <p:nvSpPr>
                <p:cNvPr id="63" name="椭圆 62">
                  <a:extLst>
                    <a:ext uri="{FF2B5EF4-FFF2-40B4-BE49-F238E27FC236}">
                      <a16:creationId xmlns:a16="http://schemas.microsoft.com/office/drawing/2014/main" id="{D7A40159-EDD8-DC28-5BFD-E4D58722332F}"/>
                    </a:ext>
                  </a:extLst>
                </p:cNvPr>
                <p:cNvSpPr/>
                <p:nvPr/>
              </p:nvSpPr>
              <p:spPr>
                <a:xfrm>
                  <a:off x="5943600" y="6306436"/>
                  <a:ext cx="457200" cy="254590"/>
                </a:xfrm>
                <a:prstGeom prst="ellipse">
                  <a:avLst/>
                </a:prstGeom>
                <a:solidFill>
                  <a:srgbClr val="EE7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64" name="文本框 63">
                  <a:extLst>
                    <a:ext uri="{FF2B5EF4-FFF2-40B4-BE49-F238E27FC236}">
                      <a16:creationId xmlns:a16="http://schemas.microsoft.com/office/drawing/2014/main" id="{3A2CE608-2DBB-F85B-4E12-BCEC525212FD}"/>
                    </a:ext>
                  </a:extLst>
                </p:cNvPr>
                <p:cNvSpPr txBox="1"/>
                <p:nvPr/>
              </p:nvSpPr>
              <p:spPr>
                <a:xfrm>
                  <a:off x="5909948" y="6344640"/>
                  <a:ext cx="524503" cy="191680"/>
                </a:xfrm>
                <a:prstGeom prst="rect">
                  <a:avLst/>
                </a:prstGeom>
                <a:noFill/>
              </p:spPr>
              <p:txBody>
                <a:bodyPr wrap="none" rtlCol="0">
                  <a:spAutoFit/>
                </a:bodyPr>
                <a:lstStyle/>
                <a:p>
                  <a:r>
                    <a:rPr lang="en-HK" sz="1400" dirty="0" err="1">
                      <a:solidFill>
                        <a:schemeClr val="bg1"/>
                      </a:solidFill>
                    </a:rPr>
                    <a:t>HDonr</a:t>
                  </a:r>
                  <a:endParaRPr lang="en-HK" sz="1400" dirty="0">
                    <a:solidFill>
                      <a:schemeClr val="bg1"/>
                    </a:solidFill>
                  </a:endParaRPr>
                </a:p>
              </p:txBody>
            </p:sp>
          </p:grpSp>
          <p:grpSp>
            <p:nvGrpSpPr>
              <p:cNvPr id="65" name="组合 64">
                <a:extLst>
                  <a:ext uri="{FF2B5EF4-FFF2-40B4-BE49-F238E27FC236}">
                    <a16:creationId xmlns:a16="http://schemas.microsoft.com/office/drawing/2014/main" id="{2BCF28A7-CC74-A7BB-7E23-A92756191324}"/>
                  </a:ext>
                </a:extLst>
              </p:cNvPr>
              <p:cNvGrpSpPr/>
              <p:nvPr/>
            </p:nvGrpSpPr>
            <p:grpSpPr>
              <a:xfrm rot="18068635">
                <a:off x="3821196" y="3330204"/>
                <a:ext cx="777777" cy="408791"/>
                <a:chOff x="5878076" y="6306436"/>
                <a:chExt cx="585716" cy="254590"/>
              </a:xfrm>
            </p:grpSpPr>
            <p:sp>
              <p:nvSpPr>
                <p:cNvPr id="66" name="椭圆 65">
                  <a:extLst>
                    <a:ext uri="{FF2B5EF4-FFF2-40B4-BE49-F238E27FC236}">
                      <a16:creationId xmlns:a16="http://schemas.microsoft.com/office/drawing/2014/main" id="{B6A535E8-CFD1-47FD-320A-1954E290BF55}"/>
                    </a:ext>
                  </a:extLst>
                </p:cNvPr>
                <p:cNvSpPr/>
                <p:nvPr/>
              </p:nvSpPr>
              <p:spPr>
                <a:xfrm>
                  <a:off x="5943600" y="6306436"/>
                  <a:ext cx="457200" cy="254590"/>
                </a:xfrm>
                <a:prstGeom prst="ellipse">
                  <a:avLst/>
                </a:prstGeom>
                <a:solidFill>
                  <a:srgbClr val="EE7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67" name="文本框 66">
                  <a:extLst>
                    <a:ext uri="{FF2B5EF4-FFF2-40B4-BE49-F238E27FC236}">
                      <a16:creationId xmlns:a16="http://schemas.microsoft.com/office/drawing/2014/main" id="{3C995714-5AA3-9401-365D-A0B19930A3E1}"/>
                    </a:ext>
                  </a:extLst>
                </p:cNvPr>
                <p:cNvSpPr txBox="1"/>
                <p:nvPr/>
              </p:nvSpPr>
              <p:spPr>
                <a:xfrm>
                  <a:off x="5878076" y="6331491"/>
                  <a:ext cx="585716" cy="191680"/>
                </a:xfrm>
                <a:prstGeom prst="rect">
                  <a:avLst/>
                </a:prstGeom>
                <a:noFill/>
              </p:spPr>
              <p:txBody>
                <a:bodyPr wrap="none" rtlCol="0">
                  <a:spAutoFit/>
                </a:bodyPr>
                <a:lstStyle/>
                <a:p>
                  <a:r>
                    <a:rPr lang="en-HK" sz="1400" dirty="0" err="1">
                      <a:solidFill>
                        <a:schemeClr val="bg1"/>
                      </a:solidFill>
                    </a:rPr>
                    <a:t>R_bond</a:t>
                  </a:r>
                  <a:endParaRPr lang="en-HK" sz="1400" dirty="0">
                    <a:solidFill>
                      <a:schemeClr val="bg1"/>
                    </a:solidFill>
                  </a:endParaRPr>
                </a:p>
              </p:txBody>
            </p:sp>
          </p:grpSp>
        </p:grpSp>
        <p:sp>
          <p:nvSpPr>
            <p:cNvPr id="69" name="矩形 68">
              <a:extLst>
                <a:ext uri="{FF2B5EF4-FFF2-40B4-BE49-F238E27FC236}">
                  <a16:creationId xmlns:a16="http://schemas.microsoft.com/office/drawing/2014/main" id="{EAF024B4-364C-CF89-3A7E-FEED5E9A4FCF}"/>
                </a:ext>
              </a:extLst>
            </p:cNvPr>
            <p:cNvSpPr/>
            <p:nvPr/>
          </p:nvSpPr>
          <p:spPr>
            <a:xfrm>
              <a:off x="2289791" y="6310648"/>
              <a:ext cx="146158" cy="2157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grpSp>
      <p:sp>
        <p:nvSpPr>
          <p:cNvPr id="78" name="Rectangle 7">
            <a:extLst>
              <a:ext uri="{FF2B5EF4-FFF2-40B4-BE49-F238E27FC236}">
                <a16:creationId xmlns:a16="http://schemas.microsoft.com/office/drawing/2014/main" id="{8BBF9B58-904C-3AD3-B4ED-37A2A876E377}"/>
              </a:ext>
            </a:extLst>
          </p:cNvPr>
          <p:cNvSpPr>
            <a:spLocks noChangeArrowheads="1"/>
          </p:cNvSpPr>
          <p:nvPr/>
        </p:nvSpPr>
        <p:spPr bwMode="auto">
          <a:xfrm>
            <a:off x="7003044" y="4003163"/>
            <a:ext cx="4705423" cy="1754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75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Molecular size and complexity</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75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Strongest positive effect on binding energy.</a:t>
            </a:r>
          </a:p>
          <a:p>
            <a:pPr marR="0" lvl="0" algn="l" defTabSz="914400" rtl="0" eaLnBrk="0" fontAlgn="base" latinLnBrk="0" hangingPunct="0">
              <a:lnSpc>
                <a:spcPct val="175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Hydrogen-bonding polarity</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75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More H-bond acceptors stabilize binding</a:t>
            </a:r>
          </a:p>
        </p:txBody>
      </p:sp>
      <p:sp>
        <p:nvSpPr>
          <p:cNvPr id="80" name="文本框 79">
            <a:extLst>
              <a:ext uri="{FF2B5EF4-FFF2-40B4-BE49-F238E27FC236}">
                <a16:creationId xmlns:a16="http://schemas.microsoft.com/office/drawing/2014/main" id="{54723739-A879-11B2-3D80-EC026CF71B2D}"/>
              </a:ext>
            </a:extLst>
          </p:cNvPr>
          <p:cNvSpPr txBox="1"/>
          <p:nvPr/>
        </p:nvSpPr>
        <p:spPr>
          <a:xfrm>
            <a:off x="4489593" y="6040289"/>
            <a:ext cx="6543680" cy="456535"/>
          </a:xfrm>
          <a:prstGeom prst="rect">
            <a:avLst/>
          </a:prstGeom>
          <a:noFill/>
        </p:spPr>
        <p:txBody>
          <a:bodyPr wrap="square">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Model favors more complex and acceptor-rich structures</a:t>
            </a:r>
          </a:p>
        </p:txBody>
      </p:sp>
    </p:spTree>
    <p:extLst>
      <p:ext uri="{BB962C8B-B14F-4D97-AF65-F5344CB8AC3E}">
        <p14:creationId xmlns:p14="http://schemas.microsoft.com/office/powerpoint/2010/main" val="2155881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6E682-FE9B-06BA-6CB9-59405A2C7439}"/>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4680E6D-382B-2600-5ED8-B157D26EC363}"/>
              </a:ext>
            </a:extLst>
          </p:cNvPr>
          <p:cNvSpPr>
            <a:spLocks noGrp="1"/>
          </p:cNvSpPr>
          <p:nvPr>
            <p:ph type="sldNum" sz="quarter" idx="12"/>
          </p:nvPr>
        </p:nvSpPr>
        <p:spPr>
          <a:xfrm>
            <a:off x="9355756" y="6374279"/>
            <a:ext cx="2743200" cy="365125"/>
          </a:xfrm>
        </p:spPr>
        <p:txBody>
          <a:bodyPr/>
          <a:lstStyle/>
          <a:p>
            <a:fld id="{5A846D4C-743D-4A62-AF1E-2CABDD37274B}" type="slidenum">
              <a:rPr lang="en-US" smtClean="0"/>
              <a:t>11</a:t>
            </a:fld>
            <a:endParaRPr lang="en-US"/>
          </a:p>
        </p:txBody>
      </p:sp>
      <p:sp>
        <p:nvSpPr>
          <p:cNvPr id="3" name="文本框 2">
            <a:extLst>
              <a:ext uri="{FF2B5EF4-FFF2-40B4-BE49-F238E27FC236}">
                <a16:creationId xmlns:a16="http://schemas.microsoft.com/office/drawing/2014/main" id="{F0B16873-E230-371D-3C45-140054607038}"/>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sz="3200" b="1" kern="1200" dirty="0">
                <a:solidFill>
                  <a:schemeClr val="tx1"/>
                </a:solidFill>
                <a:latin typeface="Segoe UI Black" panose="020B0A02040204020203" pitchFamily="34" charset="0"/>
                <a:ea typeface="Segoe UI Black" panose="020B0A02040204020203" pitchFamily="34" charset="0"/>
                <a:cs typeface="+mj-cs"/>
              </a:rPr>
              <a:t>Molecule S</a:t>
            </a:r>
            <a:r>
              <a:rPr lang="en-US" altLang="zh-CN" sz="3200" b="1" kern="1200" dirty="0">
                <a:solidFill>
                  <a:schemeClr val="tx1"/>
                </a:solidFill>
                <a:latin typeface="Segoe UI Black" panose="020B0A02040204020203" pitchFamily="34" charset="0"/>
                <a:ea typeface="Segoe UI Black" panose="020B0A02040204020203" pitchFamily="34" charset="0"/>
                <a:cs typeface="+mj-cs"/>
              </a:rPr>
              <a:t>election</a:t>
            </a:r>
          </a:p>
        </p:txBody>
      </p:sp>
      <p:sp>
        <p:nvSpPr>
          <p:cNvPr id="10" name="AutoShape 2">
            <a:extLst>
              <a:ext uri="{FF2B5EF4-FFF2-40B4-BE49-F238E27FC236}">
                <a16:creationId xmlns:a16="http://schemas.microsoft.com/office/drawing/2014/main" id="{7D7A8CF4-5635-814A-146A-9DA248679E25}"/>
              </a:ext>
            </a:extLst>
          </p:cNvPr>
          <p:cNvSpPr>
            <a:spLocks noChangeAspect="1" noChangeArrowheads="1"/>
          </p:cNvSpPr>
          <p:nvPr/>
        </p:nvSpPr>
        <p:spPr bwMode="auto">
          <a:xfrm>
            <a:off x="10407194" y="275278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4" name="AutoShape 2">
            <a:extLst>
              <a:ext uri="{FF2B5EF4-FFF2-40B4-BE49-F238E27FC236}">
                <a16:creationId xmlns:a16="http://schemas.microsoft.com/office/drawing/2014/main" id="{089568A4-A4F9-6B2C-7B59-8C03DC4C5912}"/>
              </a:ext>
            </a:extLst>
          </p:cNvPr>
          <p:cNvSpPr>
            <a:spLocks noChangeAspect="1" noChangeArrowheads="1"/>
          </p:cNvSpPr>
          <p:nvPr/>
        </p:nvSpPr>
        <p:spPr bwMode="auto">
          <a:xfrm>
            <a:off x="10559594" y="290518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graphicFrame>
        <p:nvGraphicFramePr>
          <p:cNvPr id="5" name="对象 4">
            <a:extLst>
              <a:ext uri="{FF2B5EF4-FFF2-40B4-BE49-F238E27FC236}">
                <a16:creationId xmlns:a16="http://schemas.microsoft.com/office/drawing/2014/main" id="{828A5C25-F8CB-07F7-3FAD-BF1D71DFF95E}"/>
              </a:ext>
            </a:extLst>
          </p:cNvPr>
          <p:cNvGraphicFramePr>
            <a:graphicFrameLocks noChangeAspect="1"/>
          </p:cNvGraphicFramePr>
          <p:nvPr/>
        </p:nvGraphicFramePr>
        <p:xfrm>
          <a:off x="923178" y="1601059"/>
          <a:ext cx="2175509" cy="844892"/>
        </p:xfrm>
        <a:graphic>
          <a:graphicData uri="http://schemas.openxmlformats.org/presentationml/2006/ole">
            <mc:AlternateContent xmlns:mc="http://schemas.openxmlformats.org/markup-compatibility/2006">
              <mc:Choice xmlns:v="urn:schemas-microsoft-com:vml" Requires="v">
                <p:oleObj name="CS ChemDraw Drawing" r:id="rId3" imgW="1010093" imgH="391439" progId="ChemDraw.Document.6.0">
                  <p:embed/>
                </p:oleObj>
              </mc:Choice>
              <mc:Fallback>
                <p:oleObj name="CS ChemDraw Drawing" r:id="rId3" imgW="1010093" imgH="391439" progId="ChemDraw.Document.6.0">
                  <p:embed/>
                  <p:pic>
                    <p:nvPicPr>
                      <p:cNvPr id="5" name="对象 4">
                        <a:extLst>
                          <a:ext uri="{FF2B5EF4-FFF2-40B4-BE49-F238E27FC236}">
                            <a16:creationId xmlns:a16="http://schemas.microsoft.com/office/drawing/2014/main" id="{828A5C25-F8CB-07F7-3FAD-BF1D71DFF95E}"/>
                          </a:ext>
                        </a:extLst>
                      </p:cNvPr>
                      <p:cNvPicPr/>
                      <p:nvPr/>
                    </p:nvPicPr>
                    <p:blipFill>
                      <a:blip r:embed="rId4"/>
                      <a:stretch>
                        <a:fillRect/>
                      </a:stretch>
                    </p:blipFill>
                    <p:spPr>
                      <a:xfrm>
                        <a:off x="923178" y="1601059"/>
                        <a:ext cx="2175509" cy="844892"/>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9C5B5B0D-1170-832C-1F60-2847CF614E4F}"/>
              </a:ext>
            </a:extLst>
          </p:cNvPr>
          <p:cNvSpPr txBox="1"/>
          <p:nvPr/>
        </p:nvSpPr>
        <p:spPr>
          <a:xfrm>
            <a:off x="503383" y="2565400"/>
            <a:ext cx="2871042" cy="5038367"/>
          </a:xfrm>
          <a:prstGeom prst="rect">
            <a:avLst/>
          </a:prstGeom>
          <a:noFill/>
        </p:spPr>
        <p:txBody>
          <a:bodyPr wrap="none" rtlCol="0">
            <a:spAutoFit/>
          </a:bodyPr>
          <a:lstStyle/>
          <a:p>
            <a:pPr algn="ctr">
              <a:lnSpc>
                <a:spcPct val="150000"/>
              </a:lnSpc>
            </a:pPr>
            <a:r>
              <a:rPr lang="en-US" altLang="zh-CN" dirty="0"/>
              <a:t>Sodium hypochlorite</a:t>
            </a:r>
          </a:p>
          <a:p>
            <a:pPr algn="ctr">
              <a:lnSpc>
                <a:spcPct val="150000"/>
              </a:lnSpc>
            </a:pPr>
            <a:r>
              <a:rPr lang="en-US" altLang="zh-CN" dirty="0"/>
              <a:t>m = 73.95</a:t>
            </a:r>
          </a:p>
          <a:p>
            <a:pPr algn="ctr">
              <a:lnSpc>
                <a:spcPct val="150000"/>
              </a:lnSpc>
            </a:pPr>
            <a:r>
              <a:rPr lang="en-US" altLang="zh-CN" dirty="0"/>
              <a:t>H-bond donor count: 0</a:t>
            </a:r>
          </a:p>
          <a:p>
            <a:pPr algn="ctr">
              <a:lnSpc>
                <a:spcPct val="150000"/>
              </a:lnSpc>
            </a:pPr>
            <a:r>
              <a:rPr lang="en-US" altLang="zh-CN" dirty="0"/>
              <a:t>H-bond acceptor count: 1</a:t>
            </a:r>
          </a:p>
          <a:p>
            <a:pPr algn="ctr">
              <a:lnSpc>
                <a:spcPct val="150000"/>
              </a:lnSpc>
            </a:pPr>
            <a:r>
              <a:rPr lang="en-US" altLang="zh-CN" dirty="0"/>
              <a:t>Compound complexity: 4.8</a:t>
            </a:r>
          </a:p>
          <a:p>
            <a:pPr algn="ctr">
              <a:lnSpc>
                <a:spcPct val="150000"/>
              </a:lnSpc>
            </a:pPr>
            <a:r>
              <a:rPr lang="en-US" altLang="zh-CN" dirty="0"/>
              <a:t>Heavy atom count: 3</a:t>
            </a:r>
          </a:p>
          <a:p>
            <a:pPr algn="ctr">
              <a:lnSpc>
                <a:spcPct val="150000"/>
              </a:lnSpc>
            </a:pPr>
            <a:r>
              <a:rPr lang="en-US" altLang="zh-CN" dirty="0"/>
              <a:t>binding energy: -1.573 eV</a:t>
            </a:r>
          </a:p>
          <a:p>
            <a:pPr algn="ctr">
              <a:lnSpc>
                <a:spcPct val="150000"/>
              </a:lnSpc>
            </a:pPr>
            <a:endParaRPr lang="en-US" altLang="zh-CN" dirty="0"/>
          </a:p>
          <a:p>
            <a:pPr algn="ctr">
              <a:lnSpc>
                <a:spcPct val="150000"/>
              </a:lnSpc>
            </a:pPr>
            <a:endParaRPr lang="en-US" altLang="zh-CN" dirty="0"/>
          </a:p>
          <a:p>
            <a:pPr algn="ctr">
              <a:lnSpc>
                <a:spcPct val="150000"/>
              </a:lnSpc>
            </a:pPr>
            <a:endParaRPr lang="en-US" altLang="zh-CN" dirty="0"/>
          </a:p>
          <a:p>
            <a:pPr algn="ctr">
              <a:lnSpc>
                <a:spcPct val="150000"/>
              </a:lnSpc>
            </a:pPr>
            <a:endParaRPr lang="en-US" altLang="zh-CN" dirty="0"/>
          </a:p>
          <a:p>
            <a:pPr algn="ctr">
              <a:lnSpc>
                <a:spcPct val="150000"/>
              </a:lnSpc>
            </a:pPr>
            <a:endParaRPr lang="zh-CN" altLang="en-US" dirty="0"/>
          </a:p>
        </p:txBody>
      </p:sp>
      <p:graphicFrame>
        <p:nvGraphicFramePr>
          <p:cNvPr id="9" name="对象 8">
            <a:extLst>
              <a:ext uri="{FF2B5EF4-FFF2-40B4-BE49-F238E27FC236}">
                <a16:creationId xmlns:a16="http://schemas.microsoft.com/office/drawing/2014/main" id="{60AF1D46-138C-F2CE-F601-EB1D377A81D2}"/>
              </a:ext>
            </a:extLst>
          </p:cNvPr>
          <p:cNvGraphicFramePr>
            <a:graphicFrameLocks noChangeAspect="1"/>
          </p:cNvGraphicFramePr>
          <p:nvPr/>
        </p:nvGraphicFramePr>
        <p:xfrm>
          <a:off x="8836201" y="1446630"/>
          <a:ext cx="1677060" cy="1306150"/>
        </p:xfrm>
        <a:graphic>
          <a:graphicData uri="http://schemas.openxmlformats.org/presentationml/2006/ole">
            <mc:AlternateContent xmlns:mc="http://schemas.openxmlformats.org/markup-compatibility/2006">
              <mc:Choice xmlns:v="urn:schemas-microsoft-com:vml" Requires="v">
                <p:oleObj name="CS ChemDraw Drawing" r:id="rId5" imgW="1170432" imgH="911652" progId="ChemDraw.Document.6.0">
                  <p:embed/>
                </p:oleObj>
              </mc:Choice>
              <mc:Fallback>
                <p:oleObj name="CS ChemDraw Drawing" r:id="rId5" imgW="1170432" imgH="911652" progId="ChemDraw.Document.6.0">
                  <p:embed/>
                  <p:pic>
                    <p:nvPicPr>
                      <p:cNvPr id="9" name="对象 8">
                        <a:extLst>
                          <a:ext uri="{FF2B5EF4-FFF2-40B4-BE49-F238E27FC236}">
                            <a16:creationId xmlns:a16="http://schemas.microsoft.com/office/drawing/2014/main" id="{60AF1D46-138C-F2CE-F601-EB1D377A81D2}"/>
                          </a:ext>
                        </a:extLst>
                      </p:cNvPr>
                      <p:cNvPicPr/>
                      <p:nvPr/>
                    </p:nvPicPr>
                    <p:blipFill>
                      <a:blip r:embed="rId6"/>
                      <a:stretch>
                        <a:fillRect/>
                      </a:stretch>
                    </p:blipFill>
                    <p:spPr>
                      <a:xfrm>
                        <a:off x="8836201" y="1446630"/>
                        <a:ext cx="1677060" cy="1306150"/>
                      </a:xfrm>
                      <a:prstGeom prst="rect">
                        <a:avLst/>
                      </a:prstGeom>
                    </p:spPr>
                  </p:pic>
                </p:oleObj>
              </mc:Fallback>
            </mc:AlternateContent>
          </a:graphicData>
        </a:graphic>
      </p:graphicFrame>
      <p:sp>
        <p:nvSpPr>
          <p:cNvPr id="11" name="文本框 10">
            <a:extLst>
              <a:ext uri="{FF2B5EF4-FFF2-40B4-BE49-F238E27FC236}">
                <a16:creationId xmlns:a16="http://schemas.microsoft.com/office/drawing/2014/main" id="{802C786A-7B94-3943-6FAD-55CA63476070}"/>
              </a:ext>
            </a:extLst>
          </p:cNvPr>
          <p:cNvSpPr txBox="1"/>
          <p:nvPr/>
        </p:nvSpPr>
        <p:spPr>
          <a:xfrm>
            <a:off x="8074706" y="2565399"/>
            <a:ext cx="2871042" cy="5038367"/>
          </a:xfrm>
          <a:prstGeom prst="rect">
            <a:avLst/>
          </a:prstGeom>
          <a:noFill/>
        </p:spPr>
        <p:txBody>
          <a:bodyPr wrap="none" rtlCol="0">
            <a:spAutoFit/>
          </a:bodyPr>
          <a:lstStyle/>
          <a:p>
            <a:pPr algn="ctr">
              <a:lnSpc>
                <a:spcPct val="150000"/>
              </a:lnSpc>
            </a:pPr>
            <a:r>
              <a:rPr lang="de-DE" altLang="zh-CN" dirty="0"/>
              <a:t>Sodium tetrafluoroborate</a:t>
            </a:r>
          </a:p>
          <a:p>
            <a:pPr algn="ctr">
              <a:lnSpc>
                <a:spcPct val="150000"/>
              </a:lnSpc>
            </a:pPr>
            <a:r>
              <a:rPr lang="en-US" altLang="zh-CN" dirty="0"/>
              <a:t>m = 109.79</a:t>
            </a:r>
          </a:p>
          <a:p>
            <a:pPr algn="ctr">
              <a:lnSpc>
                <a:spcPct val="150000"/>
              </a:lnSpc>
            </a:pPr>
            <a:r>
              <a:rPr lang="en-US" altLang="zh-CN" dirty="0"/>
              <a:t>H-bond donor count: 0</a:t>
            </a:r>
          </a:p>
          <a:p>
            <a:pPr algn="ctr">
              <a:lnSpc>
                <a:spcPct val="150000"/>
              </a:lnSpc>
            </a:pPr>
            <a:r>
              <a:rPr lang="en-US" altLang="zh-CN" dirty="0"/>
              <a:t>H-bond acceptor count: 5</a:t>
            </a:r>
          </a:p>
          <a:p>
            <a:pPr algn="ctr">
              <a:lnSpc>
                <a:spcPct val="150000"/>
              </a:lnSpc>
            </a:pPr>
            <a:r>
              <a:rPr lang="en-US" altLang="zh-CN" dirty="0"/>
              <a:t>Compound complexity: 8.8</a:t>
            </a:r>
          </a:p>
          <a:p>
            <a:pPr algn="ctr">
              <a:lnSpc>
                <a:spcPct val="150000"/>
              </a:lnSpc>
            </a:pPr>
            <a:r>
              <a:rPr lang="en-US" altLang="zh-CN" dirty="0"/>
              <a:t>Heavy atom count: 6</a:t>
            </a:r>
          </a:p>
          <a:p>
            <a:pPr algn="ctr">
              <a:lnSpc>
                <a:spcPct val="150000"/>
              </a:lnSpc>
            </a:pPr>
            <a:r>
              <a:rPr lang="en-US" altLang="zh-CN" dirty="0"/>
              <a:t>binding energy: -1.688 eV</a:t>
            </a:r>
          </a:p>
          <a:p>
            <a:pPr algn="ctr">
              <a:lnSpc>
                <a:spcPct val="150000"/>
              </a:lnSpc>
            </a:pPr>
            <a:endParaRPr lang="en-US" altLang="zh-CN" dirty="0"/>
          </a:p>
          <a:p>
            <a:pPr algn="ctr">
              <a:lnSpc>
                <a:spcPct val="150000"/>
              </a:lnSpc>
            </a:pPr>
            <a:endParaRPr lang="en-US" altLang="zh-CN" dirty="0"/>
          </a:p>
          <a:p>
            <a:pPr algn="ctr">
              <a:lnSpc>
                <a:spcPct val="150000"/>
              </a:lnSpc>
            </a:pPr>
            <a:endParaRPr lang="en-US" altLang="zh-CN" dirty="0"/>
          </a:p>
          <a:p>
            <a:pPr algn="ctr">
              <a:lnSpc>
                <a:spcPct val="150000"/>
              </a:lnSpc>
            </a:pPr>
            <a:endParaRPr lang="en-US" altLang="zh-CN" dirty="0"/>
          </a:p>
          <a:p>
            <a:pPr algn="ctr">
              <a:lnSpc>
                <a:spcPct val="150000"/>
              </a:lnSpc>
            </a:pPr>
            <a:endParaRPr lang="zh-CN" altLang="en-US" dirty="0"/>
          </a:p>
        </p:txBody>
      </p:sp>
      <p:graphicFrame>
        <p:nvGraphicFramePr>
          <p:cNvPr id="12" name="对象 11">
            <a:extLst>
              <a:ext uri="{FF2B5EF4-FFF2-40B4-BE49-F238E27FC236}">
                <a16:creationId xmlns:a16="http://schemas.microsoft.com/office/drawing/2014/main" id="{A052120C-F37A-3E79-5407-A547957754D5}"/>
              </a:ext>
            </a:extLst>
          </p:cNvPr>
          <p:cNvGraphicFramePr>
            <a:graphicFrameLocks noChangeAspect="1"/>
          </p:cNvGraphicFramePr>
          <p:nvPr/>
        </p:nvGraphicFramePr>
        <p:xfrm>
          <a:off x="4709859" y="1448920"/>
          <a:ext cx="2571140" cy="1149169"/>
        </p:xfrm>
        <a:graphic>
          <a:graphicData uri="http://schemas.openxmlformats.org/presentationml/2006/ole">
            <mc:AlternateContent xmlns:mc="http://schemas.openxmlformats.org/markup-compatibility/2006">
              <mc:Choice xmlns:v="urn:schemas-microsoft-com:vml" Requires="v">
                <p:oleObj name="CS ChemDraw Drawing" r:id="rId7" imgW="1197651" imgH="535137" progId="ChemDraw.Document.6.0">
                  <p:embed/>
                </p:oleObj>
              </mc:Choice>
              <mc:Fallback>
                <p:oleObj name="CS ChemDraw Drawing" r:id="rId7" imgW="1197651" imgH="535137" progId="ChemDraw.Document.6.0">
                  <p:embed/>
                  <p:pic>
                    <p:nvPicPr>
                      <p:cNvPr id="12" name="对象 11">
                        <a:extLst>
                          <a:ext uri="{FF2B5EF4-FFF2-40B4-BE49-F238E27FC236}">
                            <a16:creationId xmlns:a16="http://schemas.microsoft.com/office/drawing/2014/main" id="{A052120C-F37A-3E79-5407-A547957754D5}"/>
                          </a:ext>
                        </a:extLst>
                      </p:cNvPr>
                      <p:cNvPicPr/>
                      <p:nvPr/>
                    </p:nvPicPr>
                    <p:blipFill>
                      <a:blip r:embed="rId8"/>
                      <a:stretch>
                        <a:fillRect/>
                      </a:stretch>
                    </p:blipFill>
                    <p:spPr>
                      <a:xfrm>
                        <a:off x="4709859" y="1448920"/>
                        <a:ext cx="2571140" cy="1149169"/>
                      </a:xfrm>
                      <a:prstGeom prst="rect">
                        <a:avLst/>
                      </a:prstGeom>
                    </p:spPr>
                  </p:pic>
                </p:oleObj>
              </mc:Fallback>
            </mc:AlternateContent>
          </a:graphicData>
        </a:graphic>
      </p:graphicFrame>
      <p:sp>
        <p:nvSpPr>
          <p:cNvPr id="13" name="文本框 12">
            <a:extLst>
              <a:ext uri="{FF2B5EF4-FFF2-40B4-BE49-F238E27FC236}">
                <a16:creationId xmlns:a16="http://schemas.microsoft.com/office/drawing/2014/main" id="{2138F086-F015-9FD2-CCC4-368928672BAF}"/>
              </a:ext>
            </a:extLst>
          </p:cNvPr>
          <p:cNvSpPr txBox="1"/>
          <p:nvPr/>
        </p:nvSpPr>
        <p:spPr>
          <a:xfrm>
            <a:off x="4299111" y="2565400"/>
            <a:ext cx="2850909" cy="5038367"/>
          </a:xfrm>
          <a:prstGeom prst="rect">
            <a:avLst/>
          </a:prstGeom>
          <a:noFill/>
        </p:spPr>
        <p:txBody>
          <a:bodyPr wrap="none" rtlCol="0">
            <a:spAutoFit/>
          </a:bodyPr>
          <a:lstStyle/>
          <a:p>
            <a:pPr algn="ctr">
              <a:lnSpc>
                <a:spcPct val="150000"/>
              </a:lnSpc>
            </a:pPr>
            <a:r>
              <a:rPr lang="de-DE" altLang="zh-CN" dirty="0"/>
              <a:t>Sodium chlorate</a:t>
            </a:r>
          </a:p>
          <a:p>
            <a:pPr algn="ctr">
              <a:lnSpc>
                <a:spcPct val="150000"/>
              </a:lnSpc>
            </a:pPr>
            <a:r>
              <a:rPr lang="en-US" altLang="zh-CN" dirty="0"/>
              <a:t>m = 106.44</a:t>
            </a:r>
          </a:p>
          <a:p>
            <a:pPr algn="ctr">
              <a:lnSpc>
                <a:spcPct val="150000"/>
              </a:lnSpc>
            </a:pPr>
            <a:r>
              <a:rPr lang="en-US" altLang="zh-CN" dirty="0"/>
              <a:t>H-bond donor count: 0</a:t>
            </a:r>
          </a:p>
          <a:p>
            <a:pPr algn="ctr">
              <a:lnSpc>
                <a:spcPct val="150000"/>
              </a:lnSpc>
            </a:pPr>
            <a:r>
              <a:rPr lang="en-US" altLang="zh-CN" dirty="0"/>
              <a:t>H-bond acceptor count: 3</a:t>
            </a:r>
          </a:p>
          <a:p>
            <a:pPr algn="ctr">
              <a:lnSpc>
                <a:spcPct val="150000"/>
              </a:lnSpc>
            </a:pPr>
            <a:r>
              <a:rPr lang="en-US" altLang="zh-CN" dirty="0"/>
              <a:t>Compound complexity: 6</a:t>
            </a:r>
          </a:p>
          <a:p>
            <a:pPr algn="ctr">
              <a:lnSpc>
                <a:spcPct val="150000"/>
              </a:lnSpc>
            </a:pPr>
            <a:r>
              <a:rPr lang="en-US" altLang="zh-CN" dirty="0"/>
              <a:t>Heavy atom count: 6</a:t>
            </a:r>
          </a:p>
          <a:p>
            <a:pPr algn="ctr">
              <a:lnSpc>
                <a:spcPct val="150000"/>
              </a:lnSpc>
            </a:pPr>
            <a:r>
              <a:rPr lang="en-US" altLang="zh-CN" dirty="0"/>
              <a:t>binding energy: -1.638 eV</a:t>
            </a:r>
          </a:p>
          <a:p>
            <a:pPr algn="ctr">
              <a:lnSpc>
                <a:spcPct val="150000"/>
              </a:lnSpc>
            </a:pPr>
            <a:endParaRPr lang="en-US" altLang="zh-CN" dirty="0"/>
          </a:p>
          <a:p>
            <a:pPr algn="ctr">
              <a:lnSpc>
                <a:spcPct val="150000"/>
              </a:lnSpc>
            </a:pPr>
            <a:endParaRPr lang="en-US" altLang="zh-CN" dirty="0"/>
          </a:p>
          <a:p>
            <a:pPr algn="ctr">
              <a:lnSpc>
                <a:spcPct val="150000"/>
              </a:lnSpc>
            </a:pPr>
            <a:endParaRPr lang="en-US" altLang="zh-CN" dirty="0"/>
          </a:p>
          <a:p>
            <a:pPr algn="ctr">
              <a:lnSpc>
                <a:spcPct val="150000"/>
              </a:lnSpc>
            </a:pPr>
            <a:endParaRPr lang="en-US" altLang="zh-CN" dirty="0"/>
          </a:p>
          <a:p>
            <a:pPr algn="ctr">
              <a:lnSpc>
                <a:spcPct val="150000"/>
              </a:lnSpc>
            </a:pPr>
            <a:endParaRPr lang="zh-CN" altLang="en-US" dirty="0"/>
          </a:p>
        </p:txBody>
      </p:sp>
    </p:spTree>
    <p:extLst>
      <p:ext uri="{BB962C8B-B14F-4D97-AF65-F5344CB8AC3E}">
        <p14:creationId xmlns:p14="http://schemas.microsoft.com/office/powerpoint/2010/main" val="650268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C298653-65A2-ABDA-D59E-8041C40F09F7}"/>
              </a:ext>
            </a:extLst>
          </p:cNvPr>
          <p:cNvSpPr>
            <a:spLocks noGrp="1"/>
          </p:cNvSpPr>
          <p:nvPr>
            <p:ph type="sldNum" sz="quarter" idx="12"/>
          </p:nvPr>
        </p:nvSpPr>
        <p:spPr/>
        <p:txBody>
          <a:bodyPr/>
          <a:lstStyle/>
          <a:p>
            <a:fld id="{5A846D4C-743D-4A62-AF1E-2CABDD37274B}" type="slidenum">
              <a:rPr lang="en-US" smtClean="0"/>
              <a:t>12</a:t>
            </a:fld>
            <a:endParaRPr lang="en-US"/>
          </a:p>
        </p:txBody>
      </p:sp>
      <p:sp>
        <p:nvSpPr>
          <p:cNvPr id="3" name="文本框 2">
            <a:extLst>
              <a:ext uri="{FF2B5EF4-FFF2-40B4-BE49-F238E27FC236}">
                <a16:creationId xmlns:a16="http://schemas.microsoft.com/office/drawing/2014/main" id="{5F5835C6-8C2E-DE48-4F78-C1B30B54CFC7}"/>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altLang="zh-CN" sz="3200" b="1" dirty="0">
                <a:latin typeface="Segoe UI Black" panose="020B0A02040204020203" pitchFamily="34" charset="0"/>
                <a:ea typeface="Segoe UI Black" panose="020B0A02040204020203" pitchFamily="34" charset="0"/>
                <a:cs typeface="+mj-cs"/>
              </a:rPr>
              <a:t>Device Performance</a:t>
            </a:r>
            <a:endParaRPr lang="en-US" altLang="zh-CN" sz="3200" b="1" kern="1200" dirty="0">
              <a:solidFill>
                <a:schemeClr val="tx1"/>
              </a:solidFill>
              <a:latin typeface="Segoe UI Black" panose="020B0A02040204020203" pitchFamily="34" charset="0"/>
              <a:ea typeface="Segoe UI Black" panose="020B0A02040204020203" pitchFamily="34" charset="0"/>
              <a:cs typeface="+mj-cs"/>
            </a:endParaRPr>
          </a:p>
        </p:txBody>
      </p:sp>
      <p:grpSp>
        <p:nvGrpSpPr>
          <p:cNvPr id="19" name="组合 18">
            <a:extLst>
              <a:ext uri="{FF2B5EF4-FFF2-40B4-BE49-F238E27FC236}">
                <a16:creationId xmlns:a16="http://schemas.microsoft.com/office/drawing/2014/main" id="{CAD23862-C9AF-63F6-A669-AE9D44A15FC5}"/>
              </a:ext>
            </a:extLst>
          </p:cNvPr>
          <p:cNvGrpSpPr/>
          <p:nvPr/>
        </p:nvGrpSpPr>
        <p:grpSpPr>
          <a:xfrm>
            <a:off x="5735404" y="3584275"/>
            <a:ext cx="4632325" cy="3554413"/>
            <a:chOff x="4477986" y="3332746"/>
            <a:chExt cx="4632325" cy="3554413"/>
          </a:xfrm>
        </p:grpSpPr>
        <p:graphicFrame>
          <p:nvGraphicFramePr>
            <p:cNvPr id="5" name="对象 4">
              <a:extLst>
                <a:ext uri="{FF2B5EF4-FFF2-40B4-BE49-F238E27FC236}">
                  <a16:creationId xmlns:a16="http://schemas.microsoft.com/office/drawing/2014/main" id="{E8AC5A47-933B-ECD9-5B03-32C53B0C5F28}"/>
                </a:ext>
              </a:extLst>
            </p:cNvPr>
            <p:cNvGraphicFramePr>
              <a:graphicFrameLocks noChangeAspect="1"/>
            </p:cNvGraphicFramePr>
            <p:nvPr/>
          </p:nvGraphicFramePr>
          <p:xfrm>
            <a:off x="4477986" y="3332746"/>
            <a:ext cx="4632325" cy="3554413"/>
          </p:xfrm>
          <a:graphic>
            <a:graphicData uri="http://schemas.openxmlformats.org/presentationml/2006/ole">
              <mc:AlternateContent xmlns:mc="http://schemas.openxmlformats.org/markup-compatibility/2006">
                <mc:Choice xmlns:v="urn:schemas-microsoft-com:vml" Requires="v">
                  <p:oleObj name="Graph" r:id="rId2" imgW="4631968" imgH="3554505" progId="Origin95.Graph">
                    <p:embed/>
                  </p:oleObj>
                </mc:Choice>
                <mc:Fallback>
                  <p:oleObj name="Graph" r:id="rId2" imgW="4631968" imgH="3554505" progId="Origin95.Graph">
                    <p:embed/>
                    <p:pic>
                      <p:nvPicPr>
                        <p:cNvPr id="5" name="对象 4">
                          <a:extLst>
                            <a:ext uri="{FF2B5EF4-FFF2-40B4-BE49-F238E27FC236}">
                              <a16:creationId xmlns:a16="http://schemas.microsoft.com/office/drawing/2014/main" id="{E8AC5A47-933B-ECD9-5B03-32C53B0C5F28}"/>
                            </a:ext>
                          </a:extLst>
                        </p:cNvPr>
                        <p:cNvPicPr/>
                        <p:nvPr/>
                      </p:nvPicPr>
                      <p:blipFill>
                        <a:blip r:embed="rId3"/>
                        <a:stretch>
                          <a:fillRect/>
                        </a:stretch>
                      </p:blipFill>
                      <p:spPr>
                        <a:xfrm>
                          <a:off x="4477986" y="3332746"/>
                          <a:ext cx="4632325" cy="3554413"/>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032FD66E-A096-87AC-4432-1619DC26E0B0}"/>
                </a:ext>
              </a:extLst>
            </p:cNvPr>
            <p:cNvSpPr txBox="1"/>
            <p:nvPr/>
          </p:nvSpPr>
          <p:spPr>
            <a:xfrm>
              <a:off x="5381660" y="6333645"/>
              <a:ext cx="3046027" cy="276999"/>
            </a:xfrm>
            <a:prstGeom prst="rect">
              <a:avLst/>
            </a:prstGeom>
            <a:noFill/>
          </p:spPr>
          <p:txBody>
            <a:bodyPr wrap="none" rtlCol="0">
              <a:spAutoFit/>
            </a:bodyPr>
            <a:lstStyle/>
            <a:p>
              <a:r>
                <a:rPr lang="en-US" altLang="zh-CN" sz="1200" dirty="0">
                  <a:latin typeface="Arial" panose="020B0604020202020204" pitchFamily="34" charset="0"/>
                  <a:cs typeface="Arial" panose="020B0604020202020204" pitchFamily="34" charset="0"/>
                </a:rPr>
                <a:t>Pristine       </a:t>
              </a:r>
              <a:r>
                <a:rPr lang="en-US" altLang="zh-CN" sz="1200" dirty="0" err="1">
                  <a:latin typeface="Arial" panose="020B0604020202020204" pitchFamily="34" charset="0"/>
                  <a:cs typeface="Arial" panose="020B0604020202020204" pitchFamily="34" charset="0"/>
                </a:rPr>
                <a:t>NaClO</a:t>
              </a:r>
              <a:r>
                <a:rPr lang="en-US" altLang="zh-CN" sz="1200" dirty="0">
                  <a:latin typeface="Arial" panose="020B0604020202020204" pitchFamily="34" charset="0"/>
                  <a:cs typeface="Arial" panose="020B0604020202020204" pitchFamily="34" charset="0"/>
                </a:rPr>
                <a:t>       NaClO</a:t>
              </a:r>
              <a:r>
                <a:rPr lang="en-US" altLang="zh-CN" sz="1200" baseline="-25000" dirty="0">
                  <a:latin typeface="Arial" panose="020B0604020202020204" pitchFamily="34" charset="0"/>
                  <a:cs typeface="Arial" panose="020B0604020202020204" pitchFamily="34" charset="0"/>
                </a:rPr>
                <a:t>3 </a:t>
              </a:r>
              <a:r>
                <a:rPr lang="en-US" altLang="zh-CN" sz="1200" dirty="0">
                  <a:latin typeface="Arial" panose="020B0604020202020204" pitchFamily="34" charset="0"/>
                  <a:cs typeface="Arial" panose="020B0604020202020204" pitchFamily="34" charset="0"/>
                </a:rPr>
                <a:t>      NaBF</a:t>
              </a:r>
              <a:r>
                <a:rPr lang="en-US" altLang="zh-CN" sz="1200" baseline="-25000" dirty="0">
                  <a:latin typeface="Arial" panose="020B0604020202020204" pitchFamily="34" charset="0"/>
                  <a:cs typeface="Arial" panose="020B0604020202020204" pitchFamily="34" charset="0"/>
                </a:rPr>
                <a:t>4</a:t>
              </a:r>
              <a:endParaRPr lang="zh-CN" altLang="en-US" sz="1200" i="1" baseline="-25000"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8F87A847-AAB2-A54E-B94B-B1C1345F3447}"/>
                </a:ext>
              </a:extLst>
            </p:cNvPr>
            <p:cNvSpPr txBox="1"/>
            <p:nvPr/>
          </p:nvSpPr>
          <p:spPr>
            <a:xfrm>
              <a:off x="4702064" y="4543024"/>
              <a:ext cx="369332" cy="690254"/>
            </a:xfrm>
            <a:prstGeom prst="rect">
              <a:avLst/>
            </a:prstGeom>
            <a:noFill/>
          </p:spPr>
          <p:txBody>
            <a:bodyPr vert="vert270" wrap="none" rtlCol="0">
              <a:spAutoFit/>
            </a:bodyPr>
            <a:lstStyle/>
            <a:p>
              <a:r>
                <a:rPr lang="en-US" altLang="zh-CN" sz="1200" dirty="0">
                  <a:latin typeface="Arial" panose="020B0604020202020204" pitchFamily="34" charset="0"/>
                  <a:cs typeface="Arial" panose="020B0604020202020204" pitchFamily="34" charset="0"/>
                </a:rPr>
                <a:t>PCE (%)</a:t>
              </a:r>
              <a:endParaRPr lang="zh-CN" altLang="en-US" sz="1200" dirty="0">
                <a:latin typeface="Arial" panose="020B0604020202020204" pitchFamily="34" charset="0"/>
                <a:cs typeface="Arial" panose="020B0604020202020204" pitchFamily="34" charset="0"/>
              </a:endParaRPr>
            </a:p>
          </p:txBody>
        </p:sp>
        <p:sp>
          <p:nvSpPr>
            <p:cNvPr id="8" name="文本框 7">
              <a:extLst>
                <a:ext uri="{FF2B5EF4-FFF2-40B4-BE49-F238E27FC236}">
                  <a16:creationId xmlns:a16="http://schemas.microsoft.com/office/drawing/2014/main" id="{78083C0D-2C78-FCF1-832F-9D2A60B43F29}"/>
                </a:ext>
              </a:extLst>
            </p:cNvPr>
            <p:cNvSpPr txBox="1"/>
            <p:nvPr/>
          </p:nvSpPr>
          <p:spPr>
            <a:xfrm>
              <a:off x="4980007" y="3616066"/>
              <a:ext cx="338554" cy="2772554"/>
            </a:xfrm>
            <a:prstGeom prst="rect">
              <a:avLst/>
            </a:prstGeom>
            <a:noFill/>
          </p:spPr>
          <p:txBody>
            <a:bodyPr vert="vert270" wrap="none" rtlCol="0">
              <a:spAutoFit/>
            </a:bodyPr>
            <a:lstStyle/>
            <a:p>
              <a:r>
                <a:rPr lang="en-US" altLang="zh-CN" sz="1000" dirty="0">
                  <a:latin typeface="Arial" panose="020B0604020202020204" pitchFamily="34" charset="0"/>
                  <a:cs typeface="Arial" panose="020B0604020202020204" pitchFamily="34" charset="0"/>
                </a:rPr>
                <a:t>22                   24                     26                    28</a:t>
              </a:r>
              <a:endParaRPr lang="zh-CN" altLang="en-US" sz="1000" dirty="0">
                <a:latin typeface="Arial" panose="020B0604020202020204" pitchFamily="34" charset="0"/>
                <a:cs typeface="Arial" panose="020B0604020202020204" pitchFamily="34" charset="0"/>
              </a:endParaRPr>
            </a:p>
          </p:txBody>
        </p:sp>
      </p:grpSp>
      <p:grpSp>
        <p:nvGrpSpPr>
          <p:cNvPr id="20" name="组合 19">
            <a:extLst>
              <a:ext uri="{FF2B5EF4-FFF2-40B4-BE49-F238E27FC236}">
                <a16:creationId xmlns:a16="http://schemas.microsoft.com/office/drawing/2014/main" id="{62CE7191-7E36-9EE7-DD92-354FDA17E732}"/>
              </a:ext>
            </a:extLst>
          </p:cNvPr>
          <p:cNvGrpSpPr/>
          <p:nvPr/>
        </p:nvGrpSpPr>
        <p:grpSpPr>
          <a:xfrm>
            <a:off x="5756815" y="508593"/>
            <a:ext cx="4632325" cy="3554413"/>
            <a:chOff x="475663" y="735222"/>
            <a:chExt cx="4632325" cy="3554413"/>
          </a:xfrm>
        </p:grpSpPr>
        <p:graphicFrame>
          <p:nvGraphicFramePr>
            <p:cNvPr id="9" name="对象 8">
              <a:extLst>
                <a:ext uri="{FF2B5EF4-FFF2-40B4-BE49-F238E27FC236}">
                  <a16:creationId xmlns:a16="http://schemas.microsoft.com/office/drawing/2014/main" id="{E0D64E85-2B29-27EE-69B5-293106D695C8}"/>
                </a:ext>
              </a:extLst>
            </p:cNvPr>
            <p:cNvGraphicFramePr>
              <a:graphicFrameLocks noChangeAspect="1"/>
            </p:cNvGraphicFramePr>
            <p:nvPr/>
          </p:nvGraphicFramePr>
          <p:xfrm>
            <a:off x="475663" y="735222"/>
            <a:ext cx="4632325" cy="3554413"/>
          </p:xfrm>
          <a:graphic>
            <a:graphicData uri="http://schemas.openxmlformats.org/presentationml/2006/ole">
              <mc:AlternateContent xmlns:mc="http://schemas.openxmlformats.org/markup-compatibility/2006">
                <mc:Choice xmlns:v="urn:schemas-microsoft-com:vml" Requires="v">
                  <p:oleObj name="Graph" r:id="rId4" imgW="4631968" imgH="3554505" progId="Origin95.Graph">
                    <p:embed/>
                  </p:oleObj>
                </mc:Choice>
                <mc:Fallback>
                  <p:oleObj name="Graph" r:id="rId4" imgW="4631968" imgH="3554505" progId="Origin95.Graph">
                    <p:embed/>
                    <p:pic>
                      <p:nvPicPr>
                        <p:cNvPr id="9" name="对象 8">
                          <a:extLst>
                            <a:ext uri="{FF2B5EF4-FFF2-40B4-BE49-F238E27FC236}">
                              <a16:creationId xmlns:a16="http://schemas.microsoft.com/office/drawing/2014/main" id="{E0D64E85-2B29-27EE-69B5-293106D695C8}"/>
                            </a:ext>
                          </a:extLst>
                        </p:cNvPr>
                        <p:cNvPicPr/>
                        <p:nvPr/>
                      </p:nvPicPr>
                      <p:blipFill>
                        <a:blip r:embed="rId5"/>
                        <a:stretch>
                          <a:fillRect/>
                        </a:stretch>
                      </p:blipFill>
                      <p:spPr>
                        <a:xfrm>
                          <a:off x="475663" y="735222"/>
                          <a:ext cx="4632325" cy="3554413"/>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105CC5EB-F957-0FA2-3ED0-ABE7A8F7103C}"/>
                </a:ext>
              </a:extLst>
            </p:cNvPr>
            <p:cNvSpPr txBox="1"/>
            <p:nvPr/>
          </p:nvSpPr>
          <p:spPr>
            <a:xfrm>
              <a:off x="3911637" y="1241961"/>
              <a:ext cx="569387" cy="246221"/>
            </a:xfrm>
            <a:prstGeom prst="rect">
              <a:avLst/>
            </a:prstGeom>
            <a:noFill/>
          </p:spPr>
          <p:txBody>
            <a:bodyPr wrap="none" rtlCol="0">
              <a:spAutoFit/>
            </a:bodyPr>
            <a:lstStyle/>
            <a:p>
              <a:r>
                <a:rPr lang="en-US" altLang="zh-CN" sz="1000" dirty="0" err="1">
                  <a:latin typeface="Arial" panose="020B0604020202020204" pitchFamily="34" charset="0"/>
                  <a:cs typeface="Arial" panose="020B0604020202020204" pitchFamily="34" charset="0"/>
                </a:rPr>
                <a:t>NaClO</a:t>
              </a:r>
              <a:endParaRPr lang="zh-CN" altLang="en-US" sz="1000" dirty="0">
                <a:latin typeface="Arial" panose="020B0604020202020204" pitchFamily="34" charset="0"/>
                <a:cs typeface="Arial" panose="020B0604020202020204" pitchFamily="34" charset="0"/>
              </a:endParaRPr>
            </a:p>
          </p:txBody>
        </p:sp>
        <p:sp>
          <p:nvSpPr>
            <p:cNvPr id="11" name="文本框 10">
              <a:extLst>
                <a:ext uri="{FF2B5EF4-FFF2-40B4-BE49-F238E27FC236}">
                  <a16:creationId xmlns:a16="http://schemas.microsoft.com/office/drawing/2014/main" id="{6FB09A06-4A5F-73B0-87BB-3CC198089DAC}"/>
                </a:ext>
              </a:extLst>
            </p:cNvPr>
            <p:cNvSpPr txBox="1"/>
            <p:nvPr/>
          </p:nvSpPr>
          <p:spPr>
            <a:xfrm>
              <a:off x="3903396" y="1418068"/>
              <a:ext cx="639919" cy="253916"/>
            </a:xfrm>
            <a:prstGeom prst="rect">
              <a:avLst/>
            </a:prstGeom>
            <a:noFill/>
          </p:spPr>
          <p:txBody>
            <a:bodyPr wrap="none" rtlCol="0">
              <a:spAutoFit/>
            </a:bodyPr>
            <a:lstStyle/>
            <a:p>
              <a:r>
                <a:rPr lang="en-US" altLang="zh-CN" sz="1000" dirty="0">
                  <a:latin typeface="Arial" panose="020B0604020202020204" pitchFamily="34" charset="0"/>
                  <a:cs typeface="Arial" panose="020B0604020202020204" pitchFamily="34" charset="0"/>
                </a:rPr>
                <a:t>NaClO</a:t>
              </a:r>
              <a:r>
                <a:rPr lang="en-US" altLang="zh-CN" sz="1000" baseline="-25000" dirty="0">
                  <a:latin typeface="Arial" panose="020B0604020202020204" pitchFamily="34" charset="0"/>
                  <a:cs typeface="Arial" panose="020B0604020202020204" pitchFamily="34" charset="0"/>
                </a:rPr>
                <a:t>3</a:t>
              </a:r>
              <a:endParaRPr lang="zh-CN" altLang="en-US" sz="1000" baseline="-25000" dirty="0">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401CB951-8405-408C-DA0D-8066A23281B8}"/>
                </a:ext>
              </a:extLst>
            </p:cNvPr>
            <p:cNvSpPr txBox="1"/>
            <p:nvPr/>
          </p:nvSpPr>
          <p:spPr>
            <a:xfrm>
              <a:off x="3891039" y="1571658"/>
              <a:ext cx="599844" cy="261610"/>
            </a:xfrm>
            <a:prstGeom prst="rect">
              <a:avLst/>
            </a:prstGeom>
            <a:noFill/>
          </p:spPr>
          <p:txBody>
            <a:bodyPr wrap="none" rtlCol="0">
              <a:spAutoFit/>
            </a:bodyPr>
            <a:lstStyle/>
            <a:p>
              <a:r>
                <a:rPr lang="en-US" altLang="zh-CN" sz="1100" dirty="0">
                  <a:latin typeface="Arial" panose="020B0604020202020204" pitchFamily="34" charset="0"/>
                  <a:cs typeface="Arial" panose="020B0604020202020204" pitchFamily="34" charset="0"/>
                </a:rPr>
                <a:t>NaBF</a:t>
              </a:r>
              <a:r>
                <a:rPr lang="en-US" altLang="zh-CN" sz="1100" baseline="-25000" dirty="0">
                  <a:latin typeface="Arial" panose="020B0604020202020204" pitchFamily="34" charset="0"/>
                  <a:cs typeface="Arial" panose="020B0604020202020204" pitchFamily="34" charset="0"/>
                </a:rPr>
                <a:t>4</a:t>
              </a:r>
              <a:endParaRPr lang="zh-CN" altLang="en-US" sz="1100" baseline="-25000" dirty="0">
                <a:latin typeface="Arial" panose="020B0604020202020204" pitchFamily="34" charset="0"/>
                <a:cs typeface="Arial" panose="020B0604020202020204" pitchFamily="34" charset="0"/>
              </a:endParaRPr>
            </a:p>
          </p:txBody>
        </p:sp>
        <p:sp>
          <p:nvSpPr>
            <p:cNvPr id="13" name="文本框 12">
              <a:extLst>
                <a:ext uri="{FF2B5EF4-FFF2-40B4-BE49-F238E27FC236}">
                  <a16:creationId xmlns:a16="http://schemas.microsoft.com/office/drawing/2014/main" id="{6C60D488-E245-00F1-2C4E-EEB286F40FC9}"/>
                </a:ext>
              </a:extLst>
            </p:cNvPr>
            <p:cNvSpPr txBox="1"/>
            <p:nvPr/>
          </p:nvSpPr>
          <p:spPr>
            <a:xfrm>
              <a:off x="3904740" y="1102539"/>
              <a:ext cx="611065" cy="246221"/>
            </a:xfrm>
            <a:prstGeom prst="rect">
              <a:avLst/>
            </a:prstGeom>
            <a:noFill/>
          </p:spPr>
          <p:txBody>
            <a:bodyPr wrap="none" rtlCol="0">
              <a:spAutoFit/>
            </a:bodyPr>
            <a:lstStyle/>
            <a:p>
              <a:r>
                <a:rPr lang="en-US" altLang="zh-CN" sz="1000" dirty="0">
                  <a:latin typeface="Arial" panose="020B0604020202020204" pitchFamily="34" charset="0"/>
                  <a:cs typeface="Arial" panose="020B0604020202020204" pitchFamily="34" charset="0"/>
                </a:rPr>
                <a:t>Pristine</a:t>
              </a:r>
              <a:endParaRPr lang="zh-CN" altLang="en-US" sz="1000" dirty="0">
                <a:latin typeface="Arial" panose="020B0604020202020204" pitchFamily="34" charset="0"/>
                <a:cs typeface="Arial" panose="020B0604020202020204" pitchFamily="34" charset="0"/>
              </a:endParaRPr>
            </a:p>
          </p:txBody>
        </p:sp>
        <p:sp>
          <p:nvSpPr>
            <p:cNvPr id="14" name="文本框 13">
              <a:extLst>
                <a:ext uri="{FF2B5EF4-FFF2-40B4-BE49-F238E27FC236}">
                  <a16:creationId xmlns:a16="http://schemas.microsoft.com/office/drawing/2014/main" id="{656DE924-4DB0-F9E3-AC93-6A9160D7A0D7}"/>
                </a:ext>
              </a:extLst>
            </p:cNvPr>
            <p:cNvSpPr txBox="1"/>
            <p:nvPr/>
          </p:nvSpPr>
          <p:spPr>
            <a:xfrm>
              <a:off x="2391496" y="3871954"/>
              <a:ext cx="1030795" cy="307777"/>
            </a:xfrm>
            <a:prstGeom prst="rect">
              <a:avLst/>
            </a:prstGeom>
            <a:noFill/>
          </p:spPr>
          <p:txBody>
            <a:bodyPr wrap="none" rtlCol="0">
              <a:spAutoFit/>
            </a:bodyPr>
            <a:lstStyle/>
            <a:p>
              <a:r>
                <a:rPr lang="en-US" altLang="zh-CN" sz="1400" dirty="0">
                  <a:latin typeface="Arial" panose="020B0604020202020204" pitchFamily="34" charset="0"/>
                  <a:cs typeface="Arial" panose="020B0604020202020204" pitchFamily="34" charset="0"/>
                </a:rPr>
                <a:t>Voltage</a:t>
              </a:r>
              <a:r>
                <a:rPr lang="en-US" altLang="zh-CN" sz="1200" dirty="0">
                  <a:latin typeface="Arial" panose="020B0604020202020204" pitchFamily="34" charset="0"/>
                  <a:cs typeface="Arial" panose="020B0604020202020204" pitchFamily="34" charset="0"/>
                </a:rPr>
                <a:t> (V)</a:t>
              </a:r>
              <a:endParaRPr lang="zh-CN" altLang="en-US" sz="1200" dirty="0">
                <a:latin typeface="Arial" panose="020B0604020202020204" pitchFamily="34" charset="0"/>
                <a:cs typeface="Arial" panose="020B0604020202020204" pitchFamily="34" charset="0"/>
              </a:endParaRPr>
            </a:p>
          </p:txBody>
        </p:sp>
        <p:sp>
          <p:nvSpPr>
            <p:cNvPr id="15" name="文本框 14">
              <a:extLst>
                <a:ext uri="{FF2B5EF4-FFF2-40B4-BE49-F238E27FC236}">
                  <a16:creationId xmlns:a16="http://schemas.microsoft.com/office/drawing/2014/main" id="{DFD69192-9EF2-F8CA-1924-6BD944EF57F8}"/>
                </a:ext>
              </a:extLst>
            </p:cNvPr>
            <p:cNvSpPr txBox="1"/>
            <p:nvPr/>
          </p:nvSpPr>
          <p:spPr>
            <a:xfrm>
              <a:off x="1164014" y="3729969"/>
              <a:ext cx="3073277" cy="276999"/>
            </a:xfrm>
            <a:prstGeom prst="rect">
              <a:avLst/>
            </a:prstGeom>
            <a:noFill/>
          </p:spPr>
          <p:txBody>
            <a:bodyPr wrap="none" rtlCol="0">
              <a:spAutoFit/>
            </a:bodyPr>
            <a:lstStyle/>
            <a:p>
              <a:r>
                <a:rPr lang="en-US" altLang="zh-CN" sz="1200" dirty="0">
                  <a:latin typeface="Arial" panose="020B0604020202020204" pitchFamily="34" charset="0"/>
                  <a:cs typeface="Arial" panose="020B0604020202020204" pitchFamily="34" charset="0"/>
                </a:rPr>
                <a:t>0                  0.4                0.8                1.2</a:t>
              </a:r>
              <a:endParaRPr lang="zh-CN" altLang="en-US" sz="1200" dirty="0">
                <a:latin typeface="Arial" panose="020B0604020202020204" pitchFamily="34" charset="0"/>
                <a:cs typeface="Arial" panose="020B0604020202020204" pitchFamily="34" charset="0"/>
              </a:endParaRPr>
            </a:p>
          </p:txBody>
        </p:sp>
        <p:sp>
          <p:nvSpPr>
            <p:cNvPr id="16" name="文本框 15">
              <a:extLst>
                <a:ext uri="{FF2B5EF4-FFF2-40B4-BE49-F238E27FC236}">
                  <a16:creationId xmlns:a16="http://schemas.microsoft.com/office/drawing/2014/main" id="{0C281E3A-9F30-B59A-5380-C20EE2202A31}"/>
                </a:ext>
              </a:extLst>
            </p:cNvPr>
            <p:cNvSpPr txBox="1"/>
            <p:nvPr/>
          </p:nvSpPr>
          <p:spPr>
            <a:xfrm>
              <a:off x="923319" y="1127732"/>
              <a:ext cx="369332" cy="2634696"/>
            </a:xfrm>
            <a:prstGeom prst="rect">
              <a:avLst/>
            </a:prstGeom>
            <a:noFill/>
          </p:spPr>
          <p:txBody>
            <a:bodyPr vert="vert270" wrap="none" rtlCol="0">
              <a:spAutoFit/>
            </a:bodyPr>
            <a:lstStyle/>
            <a:p>
              <a:r>
                <a:rPr lang="en-US" altLang="zh-CN" sz="1200" dirty="0">
                  <a:latin typeface="Arial" panose="020B0604020202020204" pitchFamily="34" charset="0"/>
                  <a:cs typeface="Arial" panose="020B0604020202020204" pitchFamily="34" charset="0"/>
                </a:rPr>
                <a:t>0             10             20              30     </a:t>
              </a:r>
              <a:endParaRPr lang="zh-CN" altLang="en-US" sz="1200" dirty="0">
                <a:latin typeface="Arial" panose="020B0604020202020204" pitchFamily="34" charset="0"/>
                <a:cs typeface="Arial" panose="020B0604020202020204" pitchFamily="34" charset="0"/>
              </a:endParaRPr>
            </a:p>
          </p:txBody>
        </p:sp>
        <p:sp>
          <p:nvSpPr>
            <p:cNvPr id="17" name="文本框 16">
              <a:extLst>
                <a:ext uri="{FF2B5EF4-FFF2-40B4-BE49-F238E27FC236}">
                  <a16:creationId xmlns:a16="http://schemas.microsoft.com/office/drawing/2014/main" id="{A722B502-9BF3-402D-42D0-6080F4968A9E}"/>
                </a:ext>
              </a:extLst>
            </p:cNvPr>
            <p:cNvSpPr txBox="1"/>
            <p:nvPr/>
          </p:nvSpPr>
          <p:spPr>
            <a:xfrm>
              <a:off x="551496" y="1241273"/>
              <a:ext cx="400110" cy="2099293"/>
            </a:xfrm>
            <a:prstGeom prst="rect">
              <a:avLst/>
            </a:prstGeom>
            <a:noFill/>
          </p:spPr>
          <p:txBody>
            <a:bodyPr vert="vert270" wrap="none" rtlCol="0">
              <a:spAutoFit/>
            </a:bodyPr>
            <a:lstStyle/>
            <a:p>
              <a:r>
                <a:rPr lang="en-US" altLang="zh-CN" sz="1400" dirty="0">
                  <a:latin typeface="Arial" panose="020B0604020202020204" pitchFamily="34" charset="0"/>
                  <a:cs typeface="Arial" panose="020B0604020202020204" pitchFamily="34" charset="0"/>
                </a:rPr>
                <a:t>Current density (mA/cm</a:t>
              </a:r>
              <a:r>
                <a:rPr lang="en-US" altLang="zh-CN" sz="1400" baseline="30000" dirty="0">
                  <a:latin typeface="Arial" panose="020B0604020202020204" pitchFamily="34" charset="0"/>
                  <a:cs typeface="Arial" panose="020B0604020202020204" pitchFamily="34" charset="0"/>
                </a:rPr>
                <a:t>2</a:t>
              </a:r>
              <a:r>
                <a:rPr lang="en-US" altLang="zh-CN" sz="1400" dirty="0">
                  <a:latin typeface="Arial" panose="020B0604020202020204" pitchFamily="34" charset="0"/>
                  <a:cs typeface="Arial" panose="020B0604020202020204" pitchFamily="34" charset="0"/>
                </a:rPr>
                <a:t>)</a:t>
              </a:r>
              <a:endParaRPr lang="zh-CN" altLang="en-US" sz="1400" dirty="0">
                <a:latin typeface="Arial" panose="020B0604020202020204" pitchFamily="34" charset="0"/>
                <a:cs typeface="Arial" panose="020B0604020202020204" pitchFamily="34" charset="0"/>
              </a:endParaRPr>
            </a:p>
          </p:txBody>
        </p:sp>
      </p:grpSp>
      <p:graphicFrame>
        <p:nvGraphicFramePr>
          <p:cNvPr id="18" name="表格 17">
            <a:extLst>
              <a:ext uri="{FF2B5EF4-FFF2-40B4-BE49-F238E27FC236}">
                <a16:creationId xmlns:a16="http://schemas.microsoft.com/office/drawing/2014/main" id="{B202F026-A0A2-C53B-3581-88CDC0D851B8}"/>
              </a:ext>
            </a:extLst>
          </p:cNvPr>
          <p:cNvGraphicFramePr>
            <a:graphicFrameLocks noGrp="1"/>
          </p:cNvGraphicFramePr>
          <p:nvPr/>
        </p:nvGraphicFramePr>
        <p:xfrm>
          <a:off x="1253208" y="4526485"/>
          <a:ext cx="4564511" cy="1495107"/>
        </p:xfrm>
        <a:graphic>
          <a:graphicData uri="http://schemas.openxmlformats.org/drawingml/2006/table">
            <a:tbl>
              <a:tblPr firstRow="1" bandRow="1">
                <a:tableStyleId>{2D5ABB26-0587-4C30-8999-92F81FD0307C}</a:tableStyleId>
              </a:tblPr>
              <a:tblGrid>
                <a:gridCol w="888074">
                  <a:extLst>
                    <a:ext uri="{9D8B030D-6E8A-4147-A177-3AD203B41FA5}">
                      <a16:colId xmlns:a16="http://schemas.microsoft.com/office/drawing/2014/main" val="3865834358"/>
                    </a:ext>
                  </a:extLst>
                </a:gridCol>
                <a:gridCol w="724893">
                  <a:extLst>
                    <a:ext uri="{9D8B030D-6E8A-4147-A177-3AD203B41FA5}">
                      <a16:colId xmlns:a16="http://schemas.microsoft.com/office/drawing/2014/main" val="1646843697"/>
                    </a:ext>
                  </a:extLst>
                </a:gridCol>
                <a:gridCol w="1076445">
                  <a:extLst>
                    <a:ext uri="{9D8B030D-6E8A-4147-A177-3AD203B41FA5}">
                      <a16:colId xmlns:a16="http://schemas.microsoft.com/office/drawing/2014/main" val="3765752281"/>
                    </a:ext>
                  </a:extLst>
                </a:gridCol>
                <a:gridCol w="821803">
                  <a:extLst>
                    <a:ext uri="{9D8B030D-6E8A-4147-A177-3AD203B41FA5}">
                      <a16:colId xmlns:a16="http://schemas.microsoft.com/office/drawing/2014/main" val="1686955511"/>
                    </a:ext>
                  </a:extLst>
                </a:gridCol>
                <a:gridCol w="1053296">
                  <a:extLst>
                    <a:ext uri="{9D8B030D-6E8A-4147-A177-3AD203B41FA5}">
                      <a16:colId xmlns:a16="http://schemas.microsoft.com/office/drawing/2014/main" val="2267953726"/>
                    </a:ext>
                  </a:extLst>
                </a:gridCol>
              </a:tblGrid>
              <a:tr h="370840">
                <a:tc>
                  <a:txBody>
                    <a:bodyPr/>
                    <a:lstStyle/>
                    <a:p>
                      <a:pPr algn="ctr"/>
                      <a:endParaRPr lang="zh-CN" altLang="en-US" sz="1200" dirty="0">
                        <a:latin typeface="Arial" panose="020B0604020202020204" pitchFamily="34" charset="0"/>
                        <a:cs typeface="Arial" panose="020B0604020202020204" pitchFamily="34" charset="0"/>
                      </a:endParaRPr>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i="1" dirty="0">
                          <a:latin typeface="Arial" panose="020B0604020202020204" pitchFamily="34" charset="0"/>
                          <a:cs typeface="Arial" panose="020B0604020202020204" pitchFamily="34" charset="0"/>
                        </a:rPr>
                        <a:t>V</a:t>
                      </a:r>
                      <a:r>
                        <a:rPr lang="en-US" altLang="zh-CN" sz="1200" i="1" baseline="-25000" dirty="0">
                          <a:latin typeface="Arial" panose="020B0604020202020204" pitchFamily="34" charset="0"/>
                          <a:cs typeface="Arial" panose="020B0604020202020204" pitchFamily="34" charset="0"/>
                        </a:rPr>
                        <a:t>oc</a:t>
                      </a:r>
                      <a:r>
                        <a:rPr lang="en-US" altLang="zh-CN" sz="1200" dirty="0">
                          <a:latin typeface="Arial" panose="020B0604020202020204" pitchFamily="34" charset="0"/>
                          <a:cs typeface="Arial" panose="020B0604020202020204" pitchFamily="34" charset="0"/>
                        </a:rPr>
                        <a:t> (V)</a:t>
                      </a:r>
                      <a:endParaRPr lang="zh-CN" altLang="en-US" sz="1200" dirty="0">
                        <a:latin typeface="Arial" panose="020B0604020202020204" pitchFamily="34" charset="0"/>
                        <a:cs typeface="Arial" panose="020B0604020202020204" pitchFamily="34" charset="0"/>
                      </a:endParaRPr>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dirty="0">
                          <a:latin typeface="Arial" panose="020B0604020202020204" pitchFamily="34" charset="0"/>
                          <a:cs typeface="Arial" panose="020B0604020202020204" pitchFamily="34" charset="0"/>
                        </a:rPr>
                        <a:t>Jsc (mA/cm</a:t>
                      </a:r>
                      <a:r>
                        <a:rPr lang="en-US" altLang="zh-CN" sz="1200" baseline="30000" dirty="0">
                          <a:latin typeface="Arial" panose="020B0604020202020204" pitchFamily="34" charset="0"/>
                          <a:cs typeface="Arial" panose="020B0604020202020204" pitchFamily="34" charset="0"/>
                        </a:rPr>
                        <a:t>2</a:t>
                      </a:r>
                      <a:r>
                        <a:rPr lang="en-US" altLang="zh-CN" sz="1200" dirty="0">
                          <a:latin typeface="Arial" panose="020B0604020202020204" pitchFamily="34" charset="0"/>
                          <a:cs typeface="Arial" panose="020B0604020202020204" pitchFamily="34" charset="0"/>
                        </a:rPr>
                        <a:t>)</a:t>
                      </a:r>
                      <a:endParaRPr lang="zh-CN" altLang="en-US" sz="1200" dirty="0">
                        <a:latin typeface="Arial" panose="020B0604020202020204" pitchFamily="34" charset="0"/>
                        <a:cs typeface="Arial" panose="020B0604020202020204" pitchFamily="34" charset="0"/>
                      </a:endParaRPr>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dirty="0">
                          <a:latin typeface="Arial" panose="020B0604020202020204" pitchFamily="34" charset="0"/>
                          <a:cs typeface="Arial" panose="020B0604020202020204" pitchFamily="34" charset="0"/>
                        </a:rPr>
                        <a:t>FF (%)</a:t>
                      </a:r>
                      <a:endParaRPr lang="zh-CN" altLang="en-US" sz="1200" dirty="0">
                        <a:latin typeface="Arial" panose="020B0604020202020204" pitchFamily="34" charset="0"/>
                        <a:cs typeface="Arial" panose="020B0604020202020204" pitchFamily="34" charset="0"/>
                      </a:endParaRPr>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dirty="0">
                          <a:latin typeface="Arial" panose="020B0604020202020204" pitchFamily="34" charset="0"/>
                          <a:cs typeface="Arial" panose="020B0604020202020204" pitchFamily="34" charset="0"/>
                        </a:rPr>
                        <a:t>PCE (%)</a:t>
                      </a:r>
                      <a:endParaRPr lang="zh-CN" altLang="en-US" sz="1200" dirty="0">
                        <a:latin typeface="Arial" panose="020B0604020202020204" pitchFamily="34" charset="0"/>
                        <a:cs typeface="Arial" panose="020B0604020202020204" pitchFamily="34" charset="0"/>
                      </a:endParaRPr>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31681683"/>
                  </a:ext>
                </a:extLst>
              </a:tr>
              <a:tr h="291147">
                <a:tc>
                  <a:txBody>
                    <a:bodyPr/>
                    <a:lstStyle/>
                    <a:p>
                      <a:pPr algn="ctr"/>
                      <a:r>
                        <a:rPr lang="en-US" altLang="zh-CN" sz="1200" dirty="0">
                          <a:latin typeface="Arial" panose="020B0604020202020204" pitchFamily="34" charset="0"/>
                          <a:cs typeface="Arial" panose="020B0604020202020204" pitchFamily="34" charset="0"/>
                        </a:rPr>
                        <a:t>Pristine</a:t>
                      </a:r>
                      <a:endParaRPr lang="zh-CN" altLang="en-US" sz="1200" dirty="0">
                        <a:latin typeface="Arial" panose="020B0604020202020204" pitchFamily="34" charset="0"/>
                        <a:cs typeface="Arial" panose="020B0604020202020204" pitchFamily="34" charset="0"/>
                      </a:endParaRPr>
                    </a:p>
                  </a:txBody>
                  <a:tcP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US" altLang="zh-CN" sz="1200" dirty="0">
                          <a:latin typeface="Arial" panose="020B0604020202020204" pitchFamily="34" charset="0"/>
                          <a:cs typeface="Arial" panose="020B0604020202020204" pitchFamily="34" charset="0"/>
                        </a:rPr>
                        <a:t>1.18</a:t>
                      </a:r>
                      <a:endParaRPr lang="zh-CN" altLang="en-US" sz="1200" dirty="0">
                        <a:latin typeface="Arial" panose="020B0604020202020204" pitchFamily="34" charset="0"/>
                        <a:cs typeface="Arial" panose="020B0604020202020204" pitchFamily="34" charset="0"/>
                      </a:endParaRPr>
                    </a:p>
                  </a:txBody>
                  <a:tcP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US" altLang="zh-CN" sz="1200" dirty="0">
                          <a:latin typeface="Arial" panose="020B0604020202020204" pitchFamily="34" charset="0"/>
                          <a:cs typeface="Arial" panose="020B0604020202020204" pitchFamily="34" charset="0"/>
                        </a:rPr>
                        <a:t>25.36</a:t>
                      </a:r>
                      <a:endParaRPr lang="zh-CN" altLang="en-US" sz="1200" dirty="0">
                        <a:latin typeface="Arial" panose="020B0604020202020204" pitchFamily="34" charset="0"/>
                        <a:cs typeface="Arial" panose="020B0604020202020204" pitchFamily="34" charset="0"/>
                      </a:endParaRPr>
                    </a:p>
                  </a:txBody>
                  <a:tcP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US" altLang="zh-CN" sz="1200" dirty="0">
                          <a:latin typeface="Arial" panose="020B0604020202020204" pitchFamily="34" charset="0"/>
                          <a:cs typeface="Arial" panose="020B0604020202020204" pitchFamily="34" charset="0"/>
                        </a:rPr>
                        <a:t>83.30</a:t>
                      </a:r>
                      <a:endParaRPr lang="zh-CN" altLang="en-US" sz="1200" dirty="0">
                        <a:latin typeface="Arial" panose="020B0604020202020204" pitchFamily="34" charset="0"/>
                        <a:cs typeface="Arial" panose="020B0604020202020204" pitchFamily="34" charset="0"/>
                      </a:endParaRPr>
                    </a:p>
                  </a:txBody>
                  <a:tcP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US" altLang="zh-CN" sz="1200" dirty="0">
                          <a:latin typeface="Arial" panose="020B0604020202020204" pitchFamily="34" charset="0"/>
                          <a:cs typeface="Arial" panose="020B0604020202020204" pitchFamily="34" charset="0"/>
                        </a:rPr>
                        <a:t>24.92</a:t>
                      </a:r>
                      <a:endParaRPr lang="zh-CN" altLang="en-US" sz="1200" dirty="0">
                        <a:latin typeface="Arial" panose="020B0604020202020204" pitchFamily="34" charset="0"/>
                        <a:cs typeface="Arial" panose="020B0604020202020204" pitchFamily="34" charset="0"/>
                      </a:endParaRPr>
                    </a:p>
                  </a:txBody>
                  <a:tcP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909170279"/>
                  </a:ext>
                </a:extLst>
              </a:tr>
              <a:tr h="284480">
                <a:tc>
                  <a:txBody>
                    <a:bodyPr/>
                    <a:lstStyle/>
                    <a:p>
                      <a:pPr algn="ctr"/>
                      <a:r>
                        <a:rPr lang="en-US" altLang="zh-CN" sz="1200" i="0" dirty="0" err="1">
                          <a:latin typeface="Arial" panose="020B0604020202020204" pitchFamily="34" charset="0"/>
                          <a:cs typeface="Arial" panose="020B0604020202020204" pitchFamily="34" charset="0"/>
                        </a:rPr>
                        <a:t>NaClO</a:t>
                      </a:r>
                      <a:endParaRPr lang="zh-CN" altLang="en-US" sz="1200" i="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altLang="zh-CN" sz="1200" dirty="0">
                          <a:latin typeface="Arial" panose="020B0604020202020204" pitchFamily="34" charset="0"/>
                          <a:cs typeface="Arial" panose="020B0604020202020204" pitchFamily="34" charset="0"/>
                        </a:rPr>
                        <a:t>1.19</a:t>
                      </a:r>
                      <a:endParaRPr lang="zh-CN" altLang="en-US" sz="12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altLang="zh-CN" sz="1200" dirty="0">
                          <a:latin typeface="Arial" panose="020B0604020202020204" pitchFamily="34" charset="0"/>
                          <a:cs typeface="Arial" panose="020B0604020202020204" pitchFamily="34" charset="0"/>
                        </a:rPr>
                        <a:t>25.31</a:t>
                      </a:r>
                      <a:endParaRPr lang="zh-CN" altLang="en-US" sz="12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altLang="zh-CN" sz="1200" dirty="0">
                          <a:latin typeface="Arial" panose="020B0604020202020204" pitchFamily="34" charset="0"/>
                          <a:cs typeface="Arial" panose="020B0604020202020204" pitchFamily="34" charset="0"/>
                        </a:rPr>
                        <a:t>84.72</a:t>
                      </a:r>
                      <a:endParaRPr lang="zh-CN" altLang="en-US" sz="12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altLang="zh-CN" sz="1200" dirty="0">
                          <a:latin typeface="Arial" panose="020B0604020202020204" pitchFamily="34" charset="0"/>
                          <a:cs typeface="Arial" panose="020B0604020202020204" pitchFamily="34" charset="0"/>
                        </a:rPr>
                        <a:t>25.51</a:t>
                      </a:r>
                      <a:endParaRPr lang="zh-CN" altLang="en-US" sz="12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05310693"/>
                  </a:ext>
                </a:extLst>
              </a:tr>
              <a:tr h="274320">
                <a:tc>
                  <a:txBody>
                    <a:bodyPr/>
                    <a:lstStyle/>
                    <a:p>
                      <a:pPr algn="ctr"/>
                      <a:r>
                        <a:rPr lang="en-US" altLang="zh-CN" sz="1200" i="0" dirty="0">
                          <a:latin typeface="Arial" panose="020B0604020202020204" pitchFamily="34" charset="0"/>
                          <a:cs typeface="Arial" panose="020B0604020202020204" pitchFamily="34" charset="0"/>
                        </a:rPr>
                        <a:t>NaClO</a:t>
                      </a:r>
                      <a:r>
                        <a:rPr lang="en-US" altLang="zh-CN" sz="1200" i="0" baseline="-25000" dirty="0">
                          <a:latin typeface="Arial" panose="020B0604020202020204" pitchFamily="34" charset="0"/>
                          <a:cs typeface="Arial" panose="020B0604020202020204" pitchFamily="34" charset="0"/>
                        </a:rPr>
                        <a:t>3</a:t>
                      </a:r>
                      <a:endParaRPr lang="zh-CN" altLang="en-US" sz="1200" i="0" baseline="-250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altLang="zh-CN" sz="1200" dirty="0">
                          <a:latin typeface="Arial" panose="020B0604020202020204" pitchFamily="34" charset="0"/>
                          <a:cs typeface="Arial" panose="020B0604020202020204" pitchFamily="34" charset="0"/>
                        </a:rPr>
                        <a:t>1.19</a:t>
                      </a:r>
                      <a:endParaRPr lang="zh-CN" altLang="en-US" sz="12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altLang="zh-CN" sz="1200" dirty="0">
                          <a:latin typeface="Arial" panose="020B0604020202020204" pitchFamily="34" charset="0"/>
                          <a:cs typeface="Arial" panose="020B0604020202020204" pitchFamily="34" charset="0"/>
                        </a:rPr>
                        <a:t>25.65</a:t>
                      </a:r>
                      <a:endParaRPr lang="zh-CN" altLang="en-US" sz="12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altLang="zh-CN" sz="1200" dirty="0">
                          <a:latin typeface="Arial" panose="020B0604020202020204" pitchFamily="34" charset="0"/>
                          <a:cs typeface="Arial" panose="020B0604020202020204" pitchFamily="34" charset="0"/>
                        </a:rPr>
                        <a:t>84.42</a:t>
                      </a:r>
                      <a:endParaRPr lang="zh-CN" altLang="en-US" sz="12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altLang="zh-CN" sz="1200" dirty="0">
                          <a:latin typeface="Arial" panose="020B0604020202020204" pitchFamily="34" charset="0"/>
                          <a:cs typeface="Arial" panose="020B0604020202020204" pitchFamily="34" charset="0"/>
                        </a:rPr>
                        <a:t>25.77</a:t>
                      </a:r>
                      <a:endParaRPr lang="zh-CN" altLang="en-US" sz="12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84036451"/>
                  </a:ext>
                </a:extLst>
              </a:tr>
              <a:tr h="223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i="0" dirty="0">
                          <a:latin typeface="Arial" panose="020B0604020202020204" pitchFamily="34" charset="0"/>
                          <a:cs typeface="Arial" panose="020B0604020202020204" pitchFamily="34" charset="0"/>
                        </a:rPr>
                        <a:t>NaBF</a:t>
                      </a:r>
                      <a:r>
                        <a:rPr lang="en-US" altLang="zh-CN" sz="1200" i="0" baseline="-25000" dirty="0">
                          <a:latin typeface="Arial" panose="020B0604020202020204" pitchFamily="34" charset="0"/>
                          <a:cs typeface="Arial" panose="020B0604020202020204" pitchFamily="34" charset="0"/>
                        </a:rPr>
                        <a:t>4</a:t>
                      </a:r>
                      <a:endParaRPr lang="zh-CN" altLang="en-US" sz="1200" i="0" baseline="-25000" dirty="0">
                        <a:latin typeface="Arial" panose="020B0604020202020204" pitchFamily="34" charset="0"/>
                        <a:cs typeface="Arial" panose="020B0604020202020204" pitchFamily="34" charset="0"/>
                      </a:endParaRPr>
                    </a:p>
                  </a:txBody>
                  <a:tcP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dirty="0">
                          <a:latin typeface="Arial" panose="020B0604020202020204" pitchFamily="34" charset="0"/>
                          <a:cs typeface="Arial" panose="020B0604020202020204" pitchFamily="34" charset="0"/>
                        </a:rPr>
                        <a:t>1.19</a:t>
                      </a:r>
                      <a:endParaRPr lang="zh-CN" altLang="en-US" sz="1200" dirty="0">
                        <a:latin typeface="Arial" panose="020B0604020202020204" pitchFamily="34" charset="0"/>
                        <a:cs typeface="Arial" panose="020B0604020202020204" pitchFamily="34" charset="0"/>
                      </a:endParaRPr>
                    </a:p>
                  </a:txBody>
                  <a:tcP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dirty="0">
                          <a:latin typeface="Arial" panose="020B0604020202020204" pitchFamily="34" charset="0"/>
                          <a:cs typeface="Arial" panose="020B0604020202020204" pitchFamily="34" charset="0"/>
                        </a:rPr>
                        <a:t>25.67</a:t>
                      </a:r>
                      <a:endParaRPr lang="zh-CN" altLang="en-US" sz="1200" dirty="0">
                        <a:latin typeface="Arial" panose="020B0604020202020204" pitchFamily="34" charset="0"/>
                        <a:cs typeface="Arial" panose="020B0604020202020204" pitchFamily="34" charset="0"/>
                      </a:endParaRPr>
                    </a:p>
                  </a:txBody>
                  <a:tcP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dirty="0">
                          <a:latin typeface="Arial" panose="020B0604020202020204" pitchFamily="34" charset="0"/>
                          <a:cs typeface="Arial" panose="020B0604020202020204" pitchFamily="34" charset="0"/>
                        </a:rPr>
                        <a:t>84.43</a:t>
                      </a:r>
                      <a:endParaRPr lang="zh-CN" altLang="en-US" sz="1200" dirty="0">
                        <a:latin typeface="Arial" panose="020B0604020202020204" pitchFamily="34" charset="0"/>
                        <a:cs typeface="Arial" panose="020B0604020202020204" pitchFamily="34" charset="0"/>
                      </a:endParaRPr>
                    </a:p>
                  </a:txBody>
                  <a:tcP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dirty="0">
                          <a:latin typeface="Arial" panose="020B0604020202020204" pitchFamily="34" charset="0"/>
                          <a:cs typeface="Arial" panose="020B0604020202020204" pitchFamily="34" charset="0"/>
                        </a:rPr>
                        <a:t>25.79</a:t>
                      </a:r>
                      <a:endParaRPr lang="zh-CN" altLang="en-US" sz="1200" dirty="0">
                        <a:latin typeface="Arial" panose="020B0604020202020204" pitchFamily="34" charset="0"/>
                        <a:cs typeface="Arial" panose="020B0604020202020204" pitchFamily="34" charset="0"/>
                      </a:endParaRPr>
                    </a:p>
                  </a:txBody>
                  <a:tcP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42475155"/>
                  </a:ext>
                </a:extLst>
              </a:tr>
            </a:tbl>
          </a:graphicData>
        </a:graphic>
      </p:graphicFrame>
      <p:grpSp>
        <p:nvGrpSpPr>
          <p:cNvPr id="4" name="组合 3">
            <a:extLst>
              <a:ext uri="{FF2B5EF4-FFF2-40B4-BE49-F238E27FC236}">
                <a16:creationId xmlns:a16="http://schemas.microsoft.com/office/drawing/2014/main" id="{07AC65A9-99B9-BE69-58AE-DDFE334F0728}"/>
              </a:ext>
            </a:extLst>
          </p:cNvPr>
          <p:cNvGrpSpPr/>
          <p:nvPr/>
        </p:nvGrpSpPr>
        <p:grpSpPr>
          <a:xfrm>
            <a:off x="924510" y="508745"/>
            <a:ext cx="4632325" cy="3554413"/>
            <a:chOff x="1164357" y="404788"/>
            <a:chExt cx="4632325" cy="3554413"/>
          </a:xfrm>
        </p:grpSpPr>
        <p:sp>
          <p:nvSpPr>
            <p:cNvPr id="36" name="文本框 35">
              <a:extLst>
                <a:ext uri="{FF2B5EF4-FFF2-40B4-BE49-F238E27FC236}">
                  <a16:creationId xmlns:a16="http://schemas.microsoft.com/office/drawing/2014/main" id="{E5EA8CA9-750D-8BB8-11ED-818DB9877BD6}"/>
                </a:ext>
              </a:extLst>
            </p:cNvPr>
            <p:cNvSpPr txBox="1"/>
            <p:nvPr/>
          </p:nvSpPr>
          <p:spPr>
            <a:xfrm>
              <a:off x="1817280" y="3380691"/>
              <a:ext cx="3502882" cy="276999"/>
            </a:xfrm>
            <a:prstGeom prst="rect">
              <a:avLst/>
            </a:prstGeom>
            <a:noFill/>
          </p:spPr>
          <p:txBody>
            <a:bodyPr wrap="none" rtlCol="0">
              <a:spAutoFit/>
            </a:bodyPr>
            <a:lstStyle/>
            <a:p>
              <a:r>
                <a:rPr lang="en-US" altLang="zh-CN" sz="1200" dirty="0">
                  <a:latin typeface="Arial" panose="020B0604020202020204" pitchFamily="34" charset="0"/>
                  <a:cs typeface="Arial" panose="020B0604020202020204" pitchFamily="34" charset="0"/>
                </a:rPr>
                <a:t>             700                       800                       900</a:t>
              </a:r>
              <a:endParaRPr lang="zh-CN" altLang="en-US" sz="1200" dirty="0">
                <a:latin typeface="Arial" panose="020B0604020202020204" pitchFamily="34" charset="0"/>
                <a:cs typeface="Arial" panose="020B0604020202020204" pitchFamily="34" charset="0"/>
              </a:endParaRPr>
            </a:p>
          </p:txBody>
        </p:sp>
        <p:graphicFrame>
          <p:nvGraphicFramePr>
            <p:cNvPr id="38" name="对象 37">
              <a:extLst>
                <a:ext uri="{FF2B5EF4-FFF2-40B4-BE49-F238E27FC236}">
                  <a16:creationId xmlns:a16="http://schemas.microsoft.com/office/drawing/2014/main" id="{8D135CDC-718B-5AD3-3248-681E7557246E}"/>
                </a:ext>
              </a:extLst>
            </p:cNvPr>
            <p:cNvGraphicFramePr>
              <a:graphicFrameLocks noChangeAspect="1"/>
            </p:cNvGraphicFramePr>
            <p:nvPr/>
          </p:nvGraphicFramePr>
          <p:xfrm>
            <a:off x="1164357" y="404788"/>
            <a:ext cx="4632325" cy="3554413"/>
          </p:xfrm>
          <a:graphic>
            <a:graphicData uri="http://schemas.openxmlformats.org/presentationml/2006/ole">
              <mc:AlternateContent xmlns:mc="http://schemas.openxmlformats.org/markup-compatibility/2006">
                <mc:Choice xmlns:v="urn:schemas-microsoft-com:vml" Requires="v">
                  <p:oleObj name="Graph" r:id="rId6" imgW="4631968" imgH="3554505" progId="Origin95.Graph">
                    <p:embed/>
                  </p:oleObj>
                </mc:Choice>
                <mc:Fallback>
                  <p:oleObj name="Graph" r:id="rId6" imgW="4631968" imgH="3554505" progId="Origin95.Graph">
                    <p:embed/>
                    <p:pic>
                      <p:nvPicPr>
                        <p:cNvPr id="38" name="对象 37">
                          <a:extLst>
                            <a:ext uri="{FF2B5EF4-FFF2-40B4-BE49-F238E27FC236}">
                              <a16:creationId xmlns:a16="http://schemas.microsoft.com/office/drawing/2014/main" id="{8D135CDC-718B-5AD3-3248-681E7557246E}"/>
                            </a:ext>
                          </a:extLst>
                        </p:cNvPr>
                        <p:cNvPicPr/>
                        <p:nvPr/>
                      </p:nvPicPr>
                      <p:blipFill>
                        <a:blip r:embed="rId7"/>
                        <a:stretch>
                          <a:fillRect/>
                        </a:stretch>
                      </p:blipFill>
                      <p:spPr>
                        <a:xfrm>
                          <a:off x="1164357" y="404788"/>
                          <a:ext cx="4632325" cy="3554413"/>
                        </a:xfrm>
                        <a:prstGeom prst="rect">
                          <a:avLst/>
                        </a:prstGeom>
                      </p:spPr>
                    </p:pic>
                  </p:oleObj>
                </mc:Fallback>
              </mc:AlternateContent>
            </a:graphicData>
          </a:graphic>
        </p:graphicFrame>
        <p:sp>
          <p:nvSpPr>
            <p:cNvPr id="39" name="文本框 38">
              <a:extLst>
                <a:ext uri="{FF2B5EF4-FFF2-40B4-BE49-F238E27FC236}">
                  <a16:creationId xmlns:a16="http://schemas.microsoft.com/office/drawing/2014/main" id="{4F10A39D-C2D1-9437-F4A9-1954869CFDE6}"/>
                </a:ext>
              </a:extLst>
            </p:cNvPr>
            <p:cNvSpPr txBox="1"/>
            <p:nvPr/>
          </p:nvSpPr>
          <p:spPr>
            <a:xfrm>
              <a:off x="2887052" y="3546480"/>
              <a:ext cx="1540550" cy="307777"/>
            </a:xfrm>
            <a:prstGeom prst="rect">
              <a:avLst/>
            </a:prstGeom>
            <a:noFill/>
          </p:spPr>
          <p:txBody>
            <a:bodyPr wrap="none" rtlCol="0">
              <a:spAutoFit/>
            </a:bodyPr>
            <a:lstStyle/>
            <a:p>
              <a:r>
                <a:rPr lang="en-US" altLang="zh-CN" sz="1400" dirty="0">
                  <a:latin typeface="Arial" panose="020B0604020202020204" pitchFamily="34" charset="0"/>
                  <a:cs typeface="Arial" panose="020B0604020202020204" pitchFamily="34" charset="0"/>
                </a:rPr>
                <a:t>Wavelength (nm)</a:t>
              </a:r>
              <a:endParaRPr lang="zh-CN" altLang="en-US" sz="1200" dirty="0">
                <a:latin typeface="Arial" panose="020B0604020202020204" pitchFamily="34" charset="0"/>
                <a:cs typeface="Arial" panose="020B0604020202020204" pitchFamily="34" charset="0"/>
              </a:endParaRPr>
            </a:p>
          </p:txBody>
        </p:sp>
        <p:sp>
          <p:nvSpPr>
            <p:cNvPr id="40" name="文本框 39">
              <a:extLst>
                <a:ext uri="{FF2B5EF4-FFF2-40B4-BE49-F238E27FC236}">
                  <a16:creationId xmlns:a16="http://schemas.microsoft.com/office/drawing/2014/main" id="{E2234974-BEE0-BFEF-1322-FBAC5E47A2C0}"/>
                </a:ext>
              </a:extLst>
            </p:cNvPr>
            <p:cNvSpPr txBox="1"/>
            <p:nvPr/>
          </p:nvSpPr>
          <p:spPr>
            <a:xfrm>
              <a:off x="1514176" y="1334732"/>
              <a:ext cx="400110" cy="1478675"/>
            </a:xfrm>
            <a:prstGeom prst="rect">
              <a:avLst/>
            </a:prstGeom>
            <a:noFill/>
          </p:spPr>
          <p:txBody>
            <a:bodyPr vert="vert270" wrap="none" rtlCol="0">
              <a:spAutoFit/>
            </a:bodyPr>
            <a:lstStyle/>
            <a:p>
              <a:r>
                <a:rPr lang="en-US" altLang="zh-CN" sz="1400" dirty="0">
                  <a:latin typeface="Arial" panose="020B0604020202020204" pitchFamily="34" charset="0"/>
                  <a:cs typeface="Arial" panose="020B0604020202020204" pitchFamily="34" charset="0"/>
                </a:rPr>
                <a:t>PL intensity (</a:t>
              </a:r>
              <a:r>
                <a:rPr lang="en-US" altLang="zh-CN" sz="1400" dirty="0" err="1">
                  <a:latin typeface="Arial" panose="020B0604020202020204" pitchFamily="34" charset="0"/>
                  <a:cs typeface="Arial" panose="020B0604020202020204" pitchFamily="34" charset="0"/>
                </a:rPr>
                <a:t>a.u</a:t>
              </a:r>
              <a:r>
                <a:rPr lang="en-US" altLang="zh-CN" sz="1400" dirty="0">
                  <a:latin typeface="Arial" panose="020B0604020202020204" pitchFamily="34" charset="0"/>
                  <a:cs typeface="Arial" panose="020B0604020202020204" pitchFamily="34" charset="0"/>
                </a:rPr>
                <a:t>.)</a:t>
              </a:r>
              <a:endParaRPr lang="zh-CN" altLang="en-US" sz="1400" dirty="0">
                <a:latin typeface="Arial" panose="020B0604020202020204" pitchFamily="34" charset="0"/>
                <a:cs typeface="Arial" panose="020B0604020202020204" pitchFamily="34" charset="0"/>
              </a:endParaRPr>
            </a:p>
          </p:txBody>
        </p:sp>
        <p:sp>
          <p:nvSpPr>
            <p:cNvPr id="41" name="文本框 40">
              <a:extLst>
                <a:ext uri="{FF2B5EF4-FFF2-40B4-BE49-F238E27FC236}">
                  <a16:creationId xmlns:a16="http://schemas.microsoft.com/office/drawing/2014/main" id="{5D8A76FE-F471-F53D-F2D7-91178E3CF60B}"/>
                </a:ext>
              </a:extLst>
            </p:cNvPr>
            <p:cNvSpPr txBox="1"/>
            <p:nvPr/>
          </p:nvSpPr>
          <p:spPr>
            <a:xfrm>
              <a:off x="4464471" y="1095990"/>
              <a:ext cx="639919" cy="253916"/>
            </a:xfrm>
            <a:prstGeom prst="rect">
              <a:avLst/>
            </a:prstGeom>
            <a:noFill/>
          </p:spPr>
          <p:txBody>
            <a:bodyPr wrap="none" rtlCol="0">
              <a:spAutoFit/>
            </a:bodyPr>
            <a:lstStyle/>
            <a:p>
              <a:r>
                <a:rPr lang="en-US" altLang="zh-CN" sz="1000" dirty="0">
                  <a:latin typeface="Arial" panose="020B0604020202020204" pitchFamily="34" charset="0"/>
                  <a:cs typeface="Arial" panose="020B0604020202020204" pitchFamily="34" charset="0"/>
                </a:rPr>
                <a:t>NaClO</a:t>
              </a:r>
              <a:r>
                <a:rPr lang="en-US" altLang="zh-CN" sz="1000" baseline="-25000" dirty="0">
                  <a:latin typeface="Arial" panose="020B0604020202020204" pitchFamily="34" charset="0"/>
                  <a:cs typeface="Arial" panose="020B0604020202020204" pitchFamily="34" charset="0"/>
                </a:rPr>
                <a:t>3</a:t>
              </a:r>
              <a:endParaRPr lang="zh-CN" altLang="en-US" sz="1000" baseline="-25000" dirty="0">
                <a:latin typeface="Arial" panose="020B0604020202020204" pitchFamily="34" charset="0"/>
                <a:cs typeface="Arial" panose="020B0604020202020204" pitchFamily="34" charset="0"/>
              </a:endParaRPr>
            </a:p>
          </p:txBody>
        </p:sp>
        <p:sp>
          <p:nvSpPr>
            <p:cNvPr id="42" name="文本框 41">
              <a:extLst>
                <a:ext uri="{FF2B5EF4-FFF2-40B4-BE49-F238E27FC236}">
                  <a16:creationId xmlns:a16="http://schemas.microsoft.com/office/drawing/2014/main" id="{3FA66D77-978B-471A-8372-D0CDA1EB9BEC}"/>
                </a:ext>
              </a:extLst>
            </p:cNvPr>
            <p:cNvSpPr txBox="1"/>
            <p:nvPr/>
          </p:nvSpPr>
          <p:spPr>
            <a:xfrm>
              <a:off x="4452114" y="1249580"/>
              <a:ext cx="599844" cy="261610"/>
            </a:xfrm>
            <a:prstGeom prst="rect">
              <a:avLst/>
            </a:prstGeom>
            <a:noFill/>
          </p:spPr>
          <p:txBody>
            <a:bodyPr wrap="none" rtlCol="0">
              <a:spAutoFit/>
            </a:bodyPr>
            <a:lstStyle/>
            <a:p>
              <a:r>
                <a:rPr lang="en-US" altLang="zh-CN" sz="1100" dirty="0">
                  <a:latin typeface="Arial" panose="020B0604020202020204" pitchFamily="34" charset="0"/>
                  <a:cs typeface="Arial" panose="020B0604020202020204" pitchFamily="34" charset="0"/>
                </a:rPr>
                <a:t>NaBF</a:t>
              </a:r>
              <a:r>
                <a:rPr lang="en-US" altLang="zh-CN" sz="1100" baseline="-25000" dirty="0">
                  <a:latin typeface="Arial" panose="020B0604020202020204" pitchFamily="34" charset="0"/>
                  <a:cs typeface="Arial" panose="020B0604020202020204" pitchFamily="34" charset="0"/>
                </a:rPr>
                <a:t>4</a:t>
              </a:r>
              <a:endParaRPr lang="zh-CN" altLang="en-US" sz="1100" baseline="-25000" dirty="0">
                <a:latin typeface="Arial" panose="020B0604020202020204" pitchFamily="34" charset="0"/>
                <a:cs typeface="Arial" panose="020B0604020202020204" pitchFamily="34" charset="0"/>
              </a:endParaRPr>
            </a:p>
          </p:txBody>
        </p:sp>
        <p:sp>
          <p:nvSpPr>
            <p:cNvPr id="43" name="文本框 42">
              <a:extLst>
                <a:ext uri="{FF2B5EF4-FFF2-40B4-BE49-F238E27FC236}">
                  <a16:creationId xmlns:a16="http://schemas.microsoft.com/office/drawing/2014/main" id="{E033E708-8BEB-A8D0-D15A-22C256869EDA}"/>
                </a:ext>
              </a:extLst>
            </p:cNvPr>
            <p:cNvSpPr txBox="1"/>
            <p:nvPr/>
          </p:nvSpPr>
          <p:spPr>
            <a:xfrm>
              <a:off x="4465815" y="780461"/>
              <a:ext cx="611065" cy="246221"/>
            </a:xfrm>
            <a:prstGeom prst="rect">
              <a:avLst/>
            </a:prstGeom>
            <a:noFill/>
          </p:spPr>
          <p:txBody>
            <a:bodyPr wrap="none" rtlCol="0">
              <a:spAutoFit/>
            </a:bodyPr>
            <a:lstStyle/>
            <a:p>
              <a:r>
                <a:rPr lang="en-US" altLang="zh-CN" sz="1000" dirty="0">
                  <a:latin typeface="Arial" panose="020B0604020202020204" pitchFamily="34" charset="0"/>
                  <a:cs typeface="Arial" panose="020B0604020202020204" pitchFamily="34" charset="0"/>
                </a:rPr>
                <a:t>Pristine</a:t>
              </a:r>
              <a:endParaRPr lang="zh-CN" altLang="en-US" sz="1000" dirty="0">
                <a:latin typeface="Arial" panose="020B0604020202020204" pitchFamily="34" charset="0"/>
                <a:cs typeface="Arial" panose="020B0604020202020204" pitchFamily="34" charset="0"/>
              </a:endParaRPr>
            </a:p>
          </p:txBody>
        </p:sp>
        <p:sp>
          <p:nvSpPr>
            <p:cNvPr id="44" name="文本框 43">
              <a:extLst>
                <a:ext uri="{FF2B5EF4-FFF2-40B4-BE49-F238E27FC236}">
                  <a16:creationId xmlns:a16="http://schemas.microsoft.com/office/drawing/2014/main" id="{A3E536C0-A67B-7C63-35F3-A3A66F8D2F51}"/>
                </a:ext>
              </a:extLst>
            </p:cNvPr>
            <p:cNvSpPr txBox="1"/>
            <p:nvPr/>
          </p:nvSpPr>
          <p:spPr>
            <a:xfrm>
              <a:off x="4459088" y="923355"/>
              <a:ext cx="569387" cy="246221"/>
            </a:xfrm>
            <a:prstGeom prst="rect">
              <a:avLst/>
            </a:prstGeom>
            <a:noFill/>
          </p:spPr>
          <p:txBody>
            <a:bodyPr wrap="none" rtlCol="0">
              <a:spAutoFit/>
            </a:bodyPr>
            <a:lstStyle/>
            <a:p>
              <a:r>
                <a:rPr lang="en-US" altLang="zh-CN" sz="1000" dirty="0" err="1">
                  <a:latin typeface="Arial" panose="020B0604020202020204" pitchFamily="34" charset="0"/>
                  <a:cs typeface="Arial" panose="020B0604020202020204" pitchFamily="34" charset="0"/>
                </a:rPr>
                <a:t>NaClO</a:t>
              </a:r>
              <a:endParaRPr lang="zh-CN" altLang="en-US" sz="10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251953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254B352-F97C-0E52-3ABD-9ACDEC2D4431}"/>
              </a:ext>
            </a:extLst>
          </p:cNvPr>
          <p:cNvSpPr>
            <a:spLocks noGrp="1"/>
          </p:cNvSpPr>
          <p:nvPr>
            <p:ph type="sldNum" sz="quarter" idx="4294967295"/>
          </p:nvPr>
        </p:nvSpPr>
        <p:spPr>
          <a:xfrm>
            <a:off x="9448800" y="6356350"/>
            <a:ext cx="2743200" cy="365125"/>
          </a:xfrm>
        </p:spPr>
        <p:txBody>
          <a:bodyPr/>
          <a:lstStyle/>
          <a:p>
            <a:fld id="{5A846D4C-743D-4A62-AF1E-2CABDD37274B}" type="slidenum">
              <a:rPr lang="en-US" smtClean="0"/>
              <a:t>13</a:t>
            </a:fld>
            <a:endParaRPr lang="en-US"/>
          </a:p>
        </p:txBody>
      </p:sp>
      <p:sp>
        <p:nvSpPr>
          <p:cNvPr id="3" name="文本框 2">
            <a:extLst>
              <a:ext uri="{FF2B5EF4-FFF2-40B4-BE49-F238E27FC236}">
                <a16:creationId xmlns:a16="http://schemas.microsoft.com/office/drawing/2014/main" id="{2C979C36-600A-9A58-DC17-2E91BD2AD2CA}"/>
              </a:ext>
            </a:extLst>
          </p:cNvPr>
          <p:cNvSpPr txBox="1"/>
          <p:nvPr/>
        </p:nvSpPr>
        <p:spPr>
          <a:xfrm>
            <a:off x="100094" y="1751906"/>
            <a:ext cx="7265324" cy="892552"/>
          </a:xfrm>
          <a:prstGeom prst="rect">
            <a:avLst/>
          </a:prstGeom>
          <a:noFill/>
        </p:spPr>
        <p:txBody>
          <a:bodyPr wrap="square" rtlCol="0">
            <a:spAutoFit/>
          </a:bodyPr>
          <a:lstStyle/>
          <a:p>
            <a:pPr algn="ctr"/>
            <a:r>
              <a:rPr lang="en-US" altLang="zh-CN" sz="5200" b="1" dirty="0">
                <a:latin typeface="Arial" panose="020B0604020202020204" pitchFamily="34" charset="0"/>
                <a:ea typeface="Arial Unicode MS" panose="020B0604020202020204" pitchFamily="34" charset="-122"/>
                <a:cs typeface="Arial" panose="020B0604020202020204" pitchFamily="34" charset="0"/>
              </a:rPr>
              <a:t>Thanks!</a:t>
            </a:r>
            <a:endParaRPr lang="en-GB" sz="5200" b="1" dirty="0">
              <a:latin typeface="Arial" panose="020B0604020202020204" pitchFamily="34" charset="0"/>
              <a:ea typeface="Arial Unicode MS" panose="020B0604020202020204" pitchFamily="34" charset="-122"/>
              <a:cs typeface="Arial" panose="020B0604020202020204" pitchFamily="34" charset="0"/>
            </a:endParaRPr>
          </a:p>
        </p:txBody>
      </p:sp>
      <p:sp>
        <p:nvSpPr>
          <p:cNvPr id="4" name="文本框 3">
            <a:extLst>
              <a:ext uri="{FF2B5EF4-FFF2-40B4-BE49-F238E27FC236}">
                <a16:creationId xmlns:a16="http://schemas.microsoft.com/office/drawing/2014/main" id="{4336F532-C3ED-3C97-F964-991278206FE1}"/>
              </a:ext>
            </a:extLst>
          </p:cNvPr>
          <p:cNvSpPr txBox="1"/>
          <p:nvPr/>
        </p:nvSpPr>
        <p:spPr>
          <a:xfrm>
            <a:off x="870559" y="4493028"/>
            <a:ext cx="5724394" cy="1322863"/>
          </a:xfrm>
          <a:prstGeom prst="rect">
            <a:avLst/>
          </a:prstGeom>
          <a:noFill/>
        </p:spPr>
        <p:txBody>
          <a:bodyPr wrap="square" rtlCol="0">
            <a:spAutoFit/>
          </a:bodyPr>
          <a:lstStyle/>
          <a:p>
            <a:pPr algn="ctr">
              <a:lnSpc>
                <a:spcPct val="150000"/>
              </a:lnSpc>
            </a:pPr>
            <a:r>
              <a:rPr lang="en-US" altLang="zh-CN" sz="2800" dirty="0"/>
              <a:t>LYU Xinyi, YANG Changyu, XIE Lifang, TANG </a:t>
            </a:r>
            <a:r>
              <a:rPr lang="en-US" altLang="zh-CN" sz="2800" dirty="0" err="1"/>
              <a:t>Jiahong</a:t>
            </a:r>
            <a:r>
              <a:rPr lang="en-US" altLang="zh-CN" sz="2800" dirty="0"/>
              <a:t>, YU Wenjian </a:t>
            </a:r>
            <a:endParaRPr lang="en-GB" sz="2800" dirty="0"/>
          </a:p>
        </p:txBody>
      </p:sp>
    </p:spTree>
    <p:extLst>
      <p:ext uri="{BB962C8B-B14F-4D97-AF65-F5344CB8AC3E}">
        <p14:creationId xmlns:p14="http://schemas.microsoft.com/office/powerpoint/2010/main" val="285368639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3496</TotalTime>
  <Words>2155</Words>
  <Application>Microsoft Office PowerPoint</Application>
  <PresentationFormat>宽屏</PresentationFormat>
  <Paragraphs>385</Paragraphs>
  <Slides>13</Slides>
  <Notes>11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13</vt:i4>
      </vt:variant>
    </vt:vector>
  </HeadingPairs>
  <TitlesOfParts>
    <vt:vector size="22" baseType="lpstr">
      <vt:lpstr>等线</vt:lpstr>
      <vt:lpstr>微软雅黑</vt:lpstr>
      <vt:lpstr>Aptos</vt:lpstr>
      <vt:lpstr>Aptos Display</vt:lpstr>
      <vt:lpstr>Arial</vt:lpstr>
      <vt:lpstr>Segoe UI Black</vt:lpstr>
      <vt:lpstr>Office 主题​​</vt:lpstr>
      <vt:lpstr>CS ChemDraw Drawing</vt:lpstr>
      <vt:lpstr>Graph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Ashley Han</dc:creator>
  <cp:lastModifiedBy>Xinyi LYU</cp:lastModifiedBy>
  <cp:revision>6</cp:revision>
  <dcterms:created xsi:type="dcterms:W3CDTF">2025-04-14T12:12:00Z</dcterms:created>
  <dcterms:modified xsi:type="dcterms:W3CDTF">2025-11-25T09:11:49Z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742FDEFD3AEF45099E1530B2236E706E_12</vt:lpwstr>
  </property>
  <property fmtid="{D5CDD505-2E9C-101B-9397-08002B2CF9AE}" pid="3" name="KSOProductBuildVer">
    <vt:lpwstr>2052-12.1.0.20784</vt:lpwstr>
  </property>
</Properties>
</file>